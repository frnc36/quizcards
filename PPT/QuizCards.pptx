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A5D9"/>
    <a:srgbClr val="1E3A5F"/>
    <a:srgbClr val="6FAFCC"/>
    <a:srgbClr val="42A5F5"/>
    <a:srgbClr val="81D4FA"/>
    <a:srgbClr val="57C2D7"/>
    <a:srgbClr val="80DAB1"/>
    <a:srgbClr val="4FC3F7"/>
    <a:srgbClr val="5CCF9A"/>
    <a:srgbClr val="2DBE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C6202-12E0-4650-9A01-89903E32233D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hu-HU"/>
        </a:p>
      </dgm:t>
    </dgm:pt>
    <dgm:pt modelId="{4F5FD7AE-F621-4BE5-9D36-2E30051AC1B9}">
      <dgm:prSet phldrT="[Szöveg]" phldr="0"/>
      <dgm:spPr>
        <a:solidFill>
          <a:srgbClr val="1F7A3F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Téma</a:t>
          </a:r>
        </a:p>
      </dgm:t>
    </dgm:pt>
    <dgm:pt modelId="{68D35CB9-580C-40FA-99FE-37DD10EFD1F8}" type="parTrans" cxnId="{39776542-574D-4032-9600-6B89DD5E9F60}">
      <dgm:prSet/>
      <dgm:spPr/>
      <dgm:t>
        <a:bodyPr/>
        <a:lstStyle/>
        <a:p>
          <a:endParaRPr lang="hu-HU"/>
        </a:p>
      </dgm:t>
    </dgm:pt>
    <dgm:pt modelId="{E0B6C1ED-2D9B-45D8-9E7E-1512D2B11884}" type="sibTrans" cxnId="{39776542-574D-4032-9600-6B89DD5E9F60}">
      <dgm:prSet/>
      <dgm:spPr>
        <a:solidFill>
          <a:srgbClr val="1F7A3F">
            <a:alpha val="30000"/>
          </a:srgbClr>
        </a:solidFill>
      </dgm:spPr>
      <dgm:t>
        <a:bodyPr/>
        <a:lstStyle/>
        <a:p>
          <a:endParaRPr lang="hu-HU"/>
        </a:p>
      </dgm:t>
    </dgm:pt>
    <dgm:pt modelId="{8BDD83F1-C5A6-4A5F-BBCF-F0CF93C42299}">
      <dgm:prSet phldrT="[Szöveg]" phldr="0"/>
      <dgm:spPr>
        <a:solidFill>
          <a:srgbClr val="2E9B5C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Kérdés</a:t>
          </a:r>
        </a:p>
      </dgm:t>
    </dgm:pt>
    <dgm:pt modelId="{4611FCCC-2D75-41D8-A344-67C6BFEC6189}" type="parTrans" cxnId="{43E65D65-7D74-4018-B871-4ACC3532762E}">
      <dgm:prSet/>
      <dgm:spPr/>
      <dgm:t>
        <a:bodyPr/>
        <a:lstStyle/>
        <a:p>
          <a:endParaRPr lang="hu-HU"/>
        </a:p>
      </dgm:t>
    </dgm:pt>
    <dgm:pt modelId="{AE46FB1C-788A-4441-9BF7-7BB00B7B2C00}" type="sibTrans" cxnId="{43E65D65-7D74-4018-B871-4ACC3532762E}">
      <dgm:prSet/>
      <dgm:spPr>
        <a:solidFill>
          <a:srgbClr val="2E9B5C">
            <a:alpha val="30000"/>
          </a:srgbClr>
        </a:solidFill>
      </dgm:spPr>
      <dgm:t>
        <a:bodyPr/>
        <a:lstStyle/>
        <a:p>
          <a:endParaRPr lang="hu-HU"/>
        </a:p>
      </dgm:t>
    </dgm:pt>
    <dgm:pt modelId="{6D676E08-A22C-432A-95A4-8FF1021BD1F5}">
      <dgm:prSet phldrT="[Szöveg]" phldr="0"/>
      <dgm:spPr>
        <a:solidFill>
          <a:srgbClr val="2DBE8D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Válasz</a:t>
          </a:r>
        </a:p>
      </dgm:t>
    </dgm:pt>
    <dgm:pt modelId="{D436402C-17B8-4520-B7A4-6C66ABF88B59}" type="parTrans" cxnId="{001D0DC4-FE43-43F7-BD43-861A1F7C1B54}">
      <dgm:prSet/>
      <dgm:spPr/>
      <dgm:t>
        <a:bodyPr/>
        <a:lstStyle/>
        <a:p>
          <a:endParaRPr lang="hu-HU"/>
        </a:p>
      </dgm:t>
    </dgm:pt>
    <dgm:pt modelId="{6D185066-6115-46B7-B5FF-F456717FCC4B}" type="sibTrans" cxnId="{001D0DC4-FE43-43F7-BD43-861A1F7C1B54}">
      <dgm:prSet/>
      <dgm:spPr>
        <a:solidFill>
          <a:srgbClr val="2DBE8D">
            <a:alpha val="30000"/>
          </a:srgbClr>
        </a:solidFill>
      </dgm:spPr>
      <dgm:t>
        <a:bodyPr/>
        <a:lstStyle/>
        <a:p>
          <a:endParaRPr lang="hu-HU"/>
        </a:p>
      </dgm:t>
    </dgm:pt>
    <dgm:pt modelId="{A6503AFD-EE6A-41F0-AD9B-488329D389C0}">
      <dgm:prSet phldrT="[Szöveg]" phldr="0"/>
      <dgm:spPr>
        <a:solidFill>
          <a:srgbClr val="2FAFC7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Ellenőrzés</a:t>
          </a:r>
        </a:p>
      </dgm:t>
    </dgm:pt>
    <dgm:pt modelId="{125A7BD3-5806-4669-B882-D69FAD86DB15}" type="parTrans" cxnId="{93B0CECE-32D4-430F-9E53-58A04BC3B0B9}">
      <dgm:prSet/>
      <dgm:spPr/>
      <dgm:t>
        <a:bodyPr/>
        <a:lstStyle/>
        <a:p>
          <a:endParaRPr lang="hu-HU"/>
        </a:p>
      </dgm:t>
    </dgm:pt>
    <dgm:pt modelId="{03344FB2-548A-4472-9D21-4A37B82E0F87}" type="sibTrans" cxnId="{93B0CECE-32D4-430F-9E53-58A04BC3B0B9}">
      <dgm:prSet/>
      <dgm:spPr>
        <a:solidFill>
          <a:srgbClr val="2FAFC7">
            <a:alpha val="30000"/>
          </a:srgbClr>
        </a:solidFill>
      </dgm:spPr>
      <dgm:t>
        <a:bodyPr/>
        <a:lstStyle/>
        <a:p>
          <a:endParaRPr lang="hu-HU" dirty="0"/>
        </a:p>
      </dgm:t>
    </dgm:pt>
    <dgm:pt modelId="{CD33B5A5-E6A4-42A7-BEB0-299A25B40C4A}">
      <dgm:prSet phldrT="[Szöveg]" phldr="0"/>
      <dgm:spPr>
        <a:solidFill>
          <a:srgbClr val="3DA5D9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Eredmény</a:t>
          </a:r>
        </a:p>
      </dgm:t>
    </dgm:pt>
    <dgm:pt modelId="{58FFFC09-3D04-4C60-9BB9-57FE5AF83FB2}" type="parTrans" cxnId="{6E2B93A0-2433-4AC7-B1EE-CD288BECF3E7}">
      <dgm:prSet/>
      <dgm:spPr/>
      <dgm:t>
        <a:bodyPr/>
        <a:lstStyle/>
        <a:p>
          <a:endParaRPr lang="hu-HU"/>
        </a:p>
      </dgm:t>
    </dgm:pt>
    <dgm:pt modelId="{304574A8-8AB2-4ED1-BB44-D611861D0F8C}" type="sibTrans" cxnId="{6E2B93A0-2433-4AC7-B1EE-CD288BECF3E7}">
      <dgm:prSet/>
      <dgm:spPr/>
      <dgm:t>
        <a:bodyPr/>
        <a:lstStyle/>
        <a:p>
          <a:endParaRPr lang="hu-HU"/>
        </a:p>
      </dgm:t>
    </dgm:pt>
    <dgm:pt modelId="{B27AC241-7101-477A-AEFF-C9FA445D4FDD}" type="pres">
      <dgm:prSet presAssocID="{F18C6202-12E0-4650-9A01-89903E32233D}" presName="Name0" presStyleCnt="0">
        <dgm:presLayoutVars>
          <dgm:dir/>
          <dgm:resizeHandles val="exact"/>
        </dgm:presLayoutVars>
      </dgm:prSet>
      <dgm:spPr/>
    </dgm:pt>
    <dgm:pt modelId="{D22C4CDD-5D24-4073-8152-0AC5579A97D1}" type="pres">
      <dgm:prSet presAssocID="{4F5FD7AE-F621-4BE5-9D36-2E30051AC1B9}" presName="node" presStyleLbl="node1" presStyleIdx="0" presStyleCnt="5" custLinFactNeighborY="-50000">
        <dgm:presLayoutVars>
          <dgm:bulletEnabled val="1"/>
        </dgm:presLayoutVars>
      </dgm:prSet>
      <dgm:spPr/>
    </dgm:pt>
    <dgm:pt modelId="{E0A04251-44D3-4259-A106-0B439894931E}" type="pres">
      <dgm:prSet presAssocID="{E0B6C1ED-2D9B-45D8-9E7E-1512D2B11884}" presName="sibTrans" presStyleLbl="sibTrans2D1" presStyleIdx="0" presStyleCnt="4"/>
      <dgm:spPr/>
    </dgm:pt>
    <dgm:pt modelId="{4A3B3907-9FB8-44DB-993D-678D16909475}" type="pres">
      <dgm:prSet presAssocID="{E0B6C1ED-2D9B-45D8-9E7E-1512D2B11884}" presName="connectorText" presStyleLbl="sibTrans2D1" presStyleIdx="0" presStyleCnt="4"/>
      <dgm:spPr/>
    </dgm:pt>
    <dgm:pt modelId="{D9EBD958-7F6F-4BC9-82EF-FE0180D9899B}" type="pres">
      <dgm:prSet presAssocID="{8BDD83F1-C5A6-4A5F-BBCF-F0CF93C42299}" presName="node" presStyleLbl="node1" presStyleIdx="1" presStyleCnt="5" custLinFactNeighborY="50000">
        <dgm:presLayoutVars>
          <dgm:bulletEnabled val="1"/>
        </dgm:presLayoutVars>
      </dgm:prSet>
      <dgm:spPr/>
    </dgm:pt>
    <dgm:pt modelId="{D6EB1065-6D59-48D7-B9B7-ED4B799599C8}" type="pres">
      <dgm:prSet presAssocID="{AE46FB1C-788A-4441-9BF7-7BB00B7B2C00}" presName="sibTrans" presStyleLbl="sibTrans2D1" presStyleIdx="1" presStyleCnt="4"/>
      <dgm:spPr/>
    </dgm:pt>
    <dgm:pt modelId="{FDA17D29-BCE2-48BD-A258-E416AC92CBA1}" type="pres">
      <dgm:prSet presAssocID="{AE46FB1C-788A-4441-9BF7-7BB00B7B2C00}" presName="connectorText" presStyleLbl="sibTrans2D1" presStyleIdx="1" presStyleCnt="4"/>
      <dgm:spPr/>
    </dgm:pt>
    <dgm:pt modelId="{15E39F13-3D8F-4CD3-B164-EB2BC7DEFB28}" type="pres">
      <dgm:prSet presAssocID="{6D676E08-A22C-432A-95A4-8FF1021BD1F5}" presName="node" presStyleLbl="node1" presStyleIdx="2" presStyleCnt="5" custLinFactNeighborX="3716" custLinFactNeighborY="-50000">
        <dgm:presLayoutVars>
          <dgm:bulletEnabled val="1"/>
        </dgm:presLayoutVars>
      </dgm:prSet>
      <dgm:spPr/>
    </dgm:pt>
    <dgm:pt modelId="{8F05A9A8-8476-4372-995A-C078BAEDD2CA}" type="pres">
      <dgm:prSet presAssocID="{6D185066-6115-46B7-B5FF-F456717FCC4B}" presName="sibTrans" presStyleLbl="sibTrans2D1" presStyleIdx="2" presStyleCnt="4"/>
      <dgm:spPr/>
    </dgm:pt>
    <dgm:pt modelId="{E28E0EA4-298B-4147-8216-6F2089160370}" type="pres">
      <dgm:prSet presAssocID="{6D185066-6115-46B7-B5FF-F456717FCC4B}" presName="connectorText" presStyleLbl="sibTrans2D1" presStyleIdx="2" presStyleCnt="4"/>
      <dgm:spPr/>
    </dgm:pt>
    <dgm:pt modelId="{70F791BB-B9D5-49EF-A8D1-1CF6DEC2E211}" type="pres">
      <dgm:prSet presAssocID="{A6503AFD-EE6A-41F0-AD9B-488329D389C0}" presName="node" presStyleLbl="node1" presStyleIdx="3" presStyleCnt="5" custLinFactNeighborX="0" custLinFactNeighborY="50000">
        <dgm:presLayoutVars>
          <dgm:bulletEnabled val="1"/>
        </dgm:presLayoutVars>
      </dgm:prSet>
      <dgm:spPr/>
    </dgm:pt>
    <dgm:pt modelId="{A9C159B0-C7F2-4115-B26A-DA922CD8AB97}" type="pres">
      <dgm:prSet presAssocID="{03344FB2-548A-4472-9D21-4A37B82E0F87}" presName="sibTrans" presStyleLbl="sibTrans2D1" presStyleIdx="3" presStyleCnt="4"/>
      <dgm:spPr/>
    </dgm:pt>
    <dgm:pt modelId="{993C1CF2-56BA-450C-81AC-FB5F32A3AA5B}" type="pres">
      <dgm:prSet presAssocID="{03344FB2-548A-4472-9D21-4A37B82E0F87}" presName="connectorText" presStyleLbl="sibTrans2D1" presStyleIdx="3" presStyleCnt="4"/>
      <dgm:spPr/>
    </dgm:pt>
    <dgm:pt modelId="{6C92D50B-37E7-429B-B2E4-B773844FB668}" type="pres">
      <dgm:prSet presAssocID="{CD33B5A5-E6A4-42A7-BEB0-299A25B40C4A}" presName="node" presStyleLbl="node1" presStyleIdx="4" presStyleCnt="5" custLinFactNeighborX="807" custLinFactNeighborY="-50000">
        <dgm:presLayoutVars>
          <dgm:bulletEnabled val="1"/>
        </dgm:presLayoutVars>
      </dgm:prSet>
      <dgm:spPr/>
    </dgm:pt>
  </dgm:ptLst>
  <dgm:cxnLst>
    <dgm:cxn modelId="{922E7405-F3FA-4772-89E3-9A52D8CBF12A}" type="presOf" srcId="{AE46FB1C-788A-4441-9BF7-7BB00B7B2C00}" destId="{D6EB1065-6D59-48D7-B9B7-ED4B799599C8}" srcOrd="0" destOrd="0" presId="urn:microsoft.com/office/officeart/2005/8/layout/process1"/>
    <dgm:cxn modelId="{BE0D1A1A-F9ED-4FA2-BC34-F357F6C0A8A7}" type="presOf" srcId="{A6503AFD-EE6A-41F0-AD9B-488329D389C0}" destId="{70F791BB-B9D5-49EF-A8D1-1CF6DEC2E211}" srcOrd="0" destOrd="0" presId="urn:microsoft.com/office/officeart/2005/8/layout/process1"/>
    <dgm:cxn modelId="{43F7BF1C-E38D-4E96-BEF0-28585189EFC5}" type="presOf" srcId="{4F5FD7AE-F621-4BE5-9D36-2E30051AC1B9}" destId="{D22C4CDD-5D24-4073-8152-0AC5579A97D1}" srcOrd="0" destOrd="0" presId="urn:microsoft.com/office/officeart/2005/8/layout/process1"/>
    <dgm:cxn modelId="{0522B720-3AF2-43C0-AE62-0486F6C2CD51}" type="presOf" srcId="{AE46FB1C-788A-4441-9BF7-7BB00B7B2C00}" destId="{FDA17D29-BCE2-48BD-A258-E416AC92CBA1}" srcOrd="1" destOrd="0" presId="urn:microsoft.com/office/officeart/2005/8/layout/process1"/>
    <dgm:cxn modelId="{F822CE2D-2B35-4A58-A429-226CF6A49715}" type="presOf" srcId="{E0B6C1ED-2D9B-45D8-9E7E-1512D2B11884}" destId="{4A3B3907-9FB8-44DB-993D-678D16909475}" srcOrd="1" destOrd="0" presId="urn:microsoft.com/office/officeart/2005/8/layout/process1"/>
    <dgm:cxn modelId="{96C2B830-D8ED-405E-A577-6C64E438C128}" type="presOf" srcId="{6D676E08-A22C-432A-95A4-8FF1021BD1F5}" destId="{15E39F13-3D8F-4CD3-B164-EB2BC7DEFB28}" srcOrd="0" destOrd="0" presId="urn:microsoft.com/office/officeart/2005/8/layout/process1"/>
    <dgm:cxn modelId="{39776542-574D-4032-9600-6B89DD5E9F60}" srcId="{F18C6202-12E0-4650-9A01-89903E32233D}" destId="{4F5FD7AE-F621-4BE5-9D36-2E30051AC1B9}" srcOrd="0" destOrd="0" parTransId="{68D35CB9-580C-40FA-99FE-37DD10EFD1F8}" sibTransId="{E0B6C1ED-2D9B-45D8-9E7E-1512D2B11884}"/>
    <dgm:cxn modelId="{43E65D65-7D74-4018-B871-4ACC3532762E}" srcId="{F18C6202-12E0-4650-9A01-89903E32233D}" destId="{8BDD83F1-C5A6-4A5F-BBCF-F0CF93C42299}" srcOrd="1" destOrd="0" parTransId="{4611FCCC-2D75-41D8-A344-67C6BFEC6189}" sibTransId="{AE46FB1C-788A-4441-9BF7-7BB00B7B2C00}"/>
    <dgm:cxn modelId="{EE5F6C45-7CC8-4734-A47D-8AC006AC15D2}" type="presOf" srcId="{6D185066-6115-46B7-B5FF-F456717FCC4B}" destId="{E28E0EA4-298B-4147-8216-6F2089160370}" srcOrd="1" destOrd="0" presId="urn:microsoft.com/office/officeart/2005/8/layout/process1"/>
    <dgm:cxn modelId="{4CCA5D49-63D0-48C1-9879-091D9A367589}" type="presOf" srcId="{03344FB2-548A-4472-9D21-4A37B82E0F87}" destId="{993C1CF2-56BA-450C-81AC-FB5F32A3AA5B}" srcOrd="1" destOrd="0" presId="urn:microsoft.com/office/officeart/2005/8/layout/process1"/>
    <dgm:cxn modelId="{4FE7A275-F604-4C33-B781-FE1C6FBC9F15}" type="presOf" srcId="{8BDD83F1-C5A6-4A5F-BBCF-F0CF93C42299}" destId="{D9EBD958-7F6F-4BC9-82EF-FE0180D9899B}" srcOrd="0" destOrd="0" presId="urn:microsoft.com/office/officeart/2005/8/layout/process1"/>
    <dgm:cxn modelId="{427A2A78-C7E3-488D-BEEA-0521D061F20D}" type="presOf" srcId="{E0B6C1ED-2D9B-45D8-9E7E-1512D2B11884}" destId="{E0A04251-44D3-4259-A106-0B439894931E}" srcOrd="0" destOrd="0" presId="urn:microsoft.com/office/officeart/2005/8/layout/process1"/>
    <dgm:cxn modelId="{12866885-6562-440E-A72A-07B94AE67F02}" type="presOf" srcId="{03344FB2-548A-4472-9D21-4A37B82E0F87}" destId="{A9C159B0-C7F2-4115-B26A-DA922CD8AB97}" srcOrd="0" destOrd="0" presId="urn:microsoft.com/office/officeart/2005/8/layout/process1"/>
    <dgm:cxn modelId="{763F1686-2FAA-4C5E-9AE3-969F150A63D4}" type="presOf" srcId="{CD33B5A5-E6A4-42A7-BEB0-299A25B40C4A}" destId="{6C92D50B-37E7-429B-B2E4-B773844FB668}" srcOrd="0" destOrd="0" presId="urn:microsoft.com/office/officeart/2005/8/layout/process1"/>
    <dgm:cxn modelId="{6E2B93A0-2433-4AC7-B1EE-CD288BECF3E7}" srcId="{F18C6202-12E0-4650-9A01-89903E32233D}" destId="{CD33B5A5-E6A4-42A7-BEB0-299A25B40C4A}" srcOrd="4" destOrd="0" parTransId="{58FFFC09-3D04-4C60-9BB9-57FE5AF83FB2}" sibTransId="{304574A8-8AB2-4ED1-BB44-D611861D0F8C}"/>
    <dgm:cxn modelId="{02D01DAD-48E5-445A-BB54-251B4D4E6503}" type="presOf" srcId="{6D185066-6115-46B7-B5FF-F456717FCC4B}" destId="{8F05A9A8-8476-4372-995A-C078BAEDD2CA}" srcOrd="0" destOrd="0" presId="urn:microsoft.com/office/officeart/2005/8/layout/process1"/>
    <dgm:cxn modelId="{001D0DC4-FE43-43F7-BD43-861A1F7C1B54}" srcId="{F18C6202-12E0-4650-9A01-89903E32233D}" destId="{6D676E08-A22C-432A-95A4-8FF1021BD1F5}" srcOrd="2" destOrd="0" parTransId="{D436402C-17B8-4520-B7A4-6C66ABF88B59}" sibTransId="{6D185066-6115-46B7-B5FF-F456717FCC4B}"/>
    <dgm:cxn modelId="{93B0CECE-32D4-430F-9E53-58A04BC3B0B9}" srcId="{F18C6202-12E0-4650-9A01-89903E32233D}" destId="{A6503AFD-EE6A-41F0-AD9B-488329D389C0}" srcOrd="3" destOrd="0" parTransId="{125A7BD3-5806-4669-B882-D69FAD86DB15}" sibTransId="{03344FB2-548A-4472-9D21-4A37B82E0F87}"/>
    <dgm:cxn modelId="{638BA1DD-713F-4FC3-8F2B-93FFA340C8FA}" type="presOf" srcId="{F18C6202-12E0-4650-9A01-89903E32233D}" destId="{B27AC241-7101-477A-AEFF-C9FA445D4FDD}" srcOrd="0" destOrd="0" presId="urn:microsoft.com/office/officeart/2005/8/layout/process1"/>
    <dgm:cxn modelId="{0429E1C9-EBC2-4900-AA38-09DDCB90D770}" type="presParOf" srcId="{B27AC241-7101-477A-AEFF-C9FA445D4FDD}" destId="{D22C4CDD-5D24-4073-8152-0AC5579A97D1}" srcOrd="0" destOrd="0" presId="urn:microsoft.com/office/officeart/2005/8/layout/process1"/>
    <dgm:cxn modelId="{1ACDAF1F-CD23-46E6-8CCE-2CCB4C8D5FE0}" type="presParOf" srcId="{B27AC241-7101-477A-AEFF-C9FA445D4FDD}" destId="{E0A04251-44D3-4259-A106-0B439894931E}" srcOrd="1" destOrd="0" presId="urn:microsoft.com/office/officeart/2005/8/layout/process1"/>
    <dgm:cxn modelId="{F736AEA3-B053-42B7-926D-1A2B3E33FAD3}" type="presParOf" srcId="{E0A04251-44D3-4259-A106-0B439894931E}" destId="{4A3B3907-9FB8-44DB-993D-678D16909475}" srcOrd="0" destOrd="0" presId="urn:microsoft.com/office/officeart/2005/8/layout/process1"/>
    <dgm:cxn modelId="{CC7A15EF-4D7A-4B3B-8C43-EFB750119487}" type="presParOf" srcId="{B27AC241-7101-477A-AEFF-C9FA445D4FDD}" destId="{D9EBD958-7F6F-4BC9-82EF-FE0180D9899B}" srcOrd="2" destOrd="0" presId="urn:microsoft.com/office/officeart/2005/8/layout/process1"/>
    <dgm:cxn modelId="{1B470098-2B13-4FF9-AD24-1A337E4BC30A}" type="presParOf" srcId="{B27AC241-7101-477A-AEFF-C9FA445D4FDD}" destId="{D6EB1065-6D59-48D7-B9B7-ED4B799599C8}" srcOrd="3" destOrd="0" presId="urn:microsoft.com/office/officeart/2005/8/layout/process1"/>
    <dgm:cxn modelId="{5BD20D4B-79B3-4D8B-85C5-95BC7F17EE7A}" type="presParOf" srcId="{D6EB1065-6D59-48D7-B9B7-ED4B799599C8}" destId="{FDA17D29-BCE2-48BD-A258-E416AC92CBA1}" srcOrd="0" destOrd="0" presId="urn:microsoft.com/office/officeart/2005/8/layout/process1"/>
    <dgm:cxn modelId="{EFCF88F4-5EDB-4D28-BE29-792B20D89F74}" type="presParOf" srcId="{B27AC241-7101-477A-AEFF-C9FA445D4FDD}" destId="{15E39F13-3D8F-4CD3-B164-EB2BC7DEFB28}" srcOrd="4" destOrd="0" presId="urn:microsoft.com/office/officeart/2005/8/layout/process1"/>
    <dgm:cxn modelId="{8CE19CBD-0DF2-4DDD-8CE1-E57B4C9D3DBE}" type="presParOf" srcId="{B27AC241-7101-477A-AEFF-C9FA445D4FDD}" destId="{8F05A9A8-8476-4372-995A-C078BAEDD2CA}" srcOrd="5" destOrd="0" presId="urn:microsoft.com/office/officeart/2005/8/layout/process1"/>
    <dgm:cxn modelId="{743A4D9B-5787-4940-B0BD-5B9AB3FEBAC2}" type="presParOf" srcId="{8F05A9A8-8476-4372-995A-C078BAEDD2CA}" destId="{E28E0EA4-298B-4147-8216-6F2089160370}" srcOrd="0" destOrd="0" presId="urn:microsoft.com/office/officeart/2005/8/layout/process1"/>
    <dgm:cxn modelId="{B025914C-2656-401D-886B-6E94B6F6EEA9}" type="presParOf" srcId="{B27AC241-7101-477A-AEFF-C9FA445D4FDD}" destId="{70F791BB-B9D5-49EF-A8D1-1CF6DEC2E211}" srcOrd="6" destOrd="0" presId="urn:microsoft.com/office/officeart/2005/8/layout/process1"/>
    <dgm:cxn modelId="{10EBEAAB-6158-4CB0-83ED-1C43E9BF5FCD}" type="presParOf" srcId="{B27AC241-7101-477A-AEFF-C9FA445D4FDD}" destId="{A9C159B0-C7F2-4115-B26A-DA922CD8AB97}" srcOrd="7" destOrd="0" presId="urn:microsoft.com/office/officeart/2005/8/layout/process1"/>
    <dgm:cxn modelId="{75567513-9DA6-4B27-B78E-EB60139EEE5F}" type="presParOf" srcId="{A9C159B0-C7F2-4115-B26A-DA922CD8AB97}" destId="{993C1CF2-56BA-450C-81AC-FB5F32A3AA5B}" srcOrd="0" destOrd="0" presId="urn:microsoft.com/office/officeart/2005/8/layout/process1"/>
    <dgm:cxn modelId="{71535E11-482A-4C06-9D11-14DF79FA3BA4}" type="presParOf" srcId="{B27AC241-7101-477A-AEFF-C9FA445D4FDD}" destId="{6C92D50B-37E7-429B-B2E4-B773844FB66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001AD3-C8FE-4DB7-A6C3-B09F5E709A3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hu-HU"/>
        </a:p>
      </dgm:t>
    </dgm:pt>
    <dgm:pt modelId="{8C899B2C-29D3-455A-9E9D-C40E5C8282AC}">
      <dgm:prSet phldrT="[Szöveg]" phldr="0"/>
      <dgm:spPr>
        <a:solidFill>
          <a:srgbClr val="57C2D7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Tema</a:t>
          </a:r>
        </a:p>
      </dgm:t>
    </dgm:pt>
    <dgm:pt modelId="{7D891962-F352-492F-8F0C-E6957B35C088}" type="parTrans" cxnId="{BAAB34E8-22F9-4B0F-8634-9BCDE40E7613}">
      <dgm:prSet/>
      <dgm:spPr/>
      <dgm:t>
        <a:bodyPr/>
        <a:lstStyle/>
        <a:p>
          <a:endParaRPr lang="hu-HU"/>
        </a:p>
      </dgm:t>
    </dgm:pt>
    <dgm:pt modelId="{4B8094F3-16B3-4680-8A7A-9944C2CDADB8}" type="sibTrans" cxnId="{BAAB34E8-22F9-4B0F-8634-9BCDE40E7613}">
      <dgm:prSet/>
      <dgm:spPr>
        <a:solidFill>
          <a:srgbClr val="57C2D7">
            <a:alpha val="30000"/>
          </a:srgbClr>
        </a:solidFill>
      </dgm:spPr>
      <dgm:t>
        <a:bodyPr/>
        <a:lstStyle/>
        <a:p>
          <a:endParaRPr lang="hu-HU" dirty="0"/>
        </a:p>
      </dgm:t>
    </dgm:pt>
    <dgm:pt modelId="{E29CD280-274E-483A-A460-F66D9EEB49F2}">
      <dgm:prSet phldrT="[Szöveg]" phldr="0"/>
      <dgm:spPr>
        <a:solidFill>
          <a:srgbClr val="3DA5D9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Kviz</a:t>
          </a:r>
        </a:p>
      </dgm:t>
    </dgm:pt>
    <dgm:pt modelId="{C4C1122F-F0B3-46DB-97BD-3756F9D16356}" type="parTrans" cxnId="{8978BF22-7249-41F3-894C-B58D212D706D}">
      <dgm:prSet/>
      <dgm:spPr/>
      <dgm:t>
        <a:bodyPr/>
        <a:lstStyle/>
        <a:p>
          <a:endParaRPr lang="hu-HU"/>
        </a:p>
      </dgm:t>
    </dgm:pt>
    <dgm:pt modelId="{DEB7BDD0-00B0-4FE6-9BCA-F5C19B043AAE}" type="sibTrans" cxnId="{8978BF22-7249-41F3-894C-B58D212D706D}">
      <dgm:prSet/>
      <dgm:spPr>
        <a:solidFill>
          <a:srgbClr val="3DA5D9">
            <a:alpha val="30000"/>
          </a:srgbClr>
        </a:solidFill>
      </dgm:spPr>
      <dgm:t>
        <a:bodyPr/>
        <a:lstStyle/>
        <a:p>
          <a:endParaRPr lang="hu-HU"/>
        </a:p>
      </dgm:t>
    </dgm:pt>
    <dgm:pt modelId="{AB2E0923-FF74-405B-BFF1-6389E2654AD8}">
      <dgm:prSet phldrT="[Szöveg]" phldr="0"/>
      <dgm:spPr>
        <a:solidFill>
          <a:srgbClr val="2DBE8D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Kerdes</a:t>
          </a:r>
        </a:p>
      </dgm:t>
    </dgm:pt>
    <dgm:pt modelId="{0FABE59D-9F4B-4323-B35A-5C2E7180D79F}" type="parTrans" cxnId="{79669F99-B455-44B4-899D-0746C9B908FB}">
      <dgm:prSet/>
      <dgm:spPr/>
      <dgm:t>
        <a:bodyPr/>
        <a:lstStyle/>
        <a:p>
          <a:endParaRPr lang="hu-HU"/>
        </a:p>
      </dgm:t>
    </dgm:pt>
    <dgm:pt modelId="{37584F21-E880-44C7-99DC-789B66B9BC72}" type="sibTrans" cxnId="{79669F99-B455-44B4-899D-0746C9B908FB}">
      <dgm:prSet/>
      <dgm:spPr>
        <a:solidFill>
          <a:srgbClr val="2DBE8D">
            <a:alpha val="30000"/>
          </a:srgbClr>
        </a:solidFill>
      </dgm:spPr>
      <dgm:t>
        <a:bodyPr/>
        <a:lstStyle/>
        <a:p>
          <a:endParaRPr lang="hu-HU"/>
        </a:p>
      </dgm:t>
    </dgm:pt>
    <dgm:pt modelId="{33CEFA55-C6D2-4A96-B875-C2457F07D234}">
      <dgm:prSet phldrT="[Szöveg]" phldr="0"/>
      <dgm:spPr>
        <a:solidFill>
          <a:srgbClr val="80DAB1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Valasz</a:t>
          </a:r>
        </a:p>
      </dgm:t>
    </dgm:pt>
    <dgm:pt modelId="{8D6D11DA-2CD2-43AA-9E26-8A0DEF531036}" type="parTrans" cxnId="{E01F9AC6-35A6-4C42-A5DE-A3851DD0A1B6}">
      <dgm:prSet/>
      <dgm:spPr/>
      <dgm:t>
        <a:bodyPr/>
        <a:lstStyle/>
        <a:p>
          <a:endParaRPr lang="hu-HU"/>
        </a:p>
      </dgm:t>
    </dgm:pt>
    <dgm:pt modelId="{9ADD4C99-3EE6-4AC6-9821-4E77EFACC912}" type="sibTrans" cxnId="{E01F9AC6-35A6-4C42-A5DE-A3851DD0A1B6}">
      <dgm:prSet/>
      <dgm:spPr>
        <a:solidFill>
          <a:srgbClr val="80DAB1">
            <a:alpha val="30000"/>
          </a:srgbClr>
        </a:solidFill>
      </dgm:spPr>
      <dgm:t>
        <a:bodyPr/>
        <a:lstStyle/>
        <a:p>
          <a:endParaRPr lang="hu-HU" dirty="0"/>
        </a:p>
      </dgm:t>
    </dgm:pt>
    <dgm:pt modelId="{98B5EA6D-1150-46EC-865E-2B27A5F3F3BB}">
      <dgm:prSet phldrT="[Szöveg]" phldr="0"/>
      <dgm:spPr>
        <a:solidFill>
          <a:srgbClr val="3DA5D9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Kviz (ellenőrzés)</a:t>
          </a:r>
        </a:p>
      </dgm:t>
    </dgm:pt>
    <dgm:pt modelId="{96DD443F-DA69-4D50-B074-846BEA335874}" type="parTrans" cxnId="{05BE047E-A591-4C6A-957C-E43082893AE0}">
      <dgm:prSet/>
      <dgm:spPr/>
      <dgm:t>
        <a:bodyPr/>
        <a:lstStyle/>
        <a:p>
          <a:endParaRPr lang="hu-HU"/>
        </a:p>
      </dgm:t>
    </dgm:pt>
    <dgm:pt modelId="{C4498554-3AC0-4407-96CA-A9895A9B9A90}" type="sibTrans" cxnId="{05BE047E-A591-4C6A-957C-E43082893AE0}">
      <dgm:prSet/>
      <dgm:spPr>
        <a:solidFill>
          <a:srgbClr val="3DA5D9">
            <a:alpha val="30000"/>
          </a:srgbClr>
        </a:solidFill>
      </dgm:spPr>
      <dgm:t>
        <a:bodyPr/>
        <a:lstStyle/>
        <a:p>
          <a:endParaRPr lang="hu-HU"/>
        </a:p>
      </dgm:t>
    </dgm:pt>
    <dgm:pt modelId="{85D42EF4-832F-4B52-9D4C-FB125ED89BE3}">
      <dgm:prSet phldrT="[Szöveg]" phldr="0"/>
      <dgm:spPr>
        <a:solidFill>
          <a:srgbClr val="81D4FA"/>
        </a:solidFill>
        <a:effectLst>
          <a:outerShdw blurRad="50800" dist="38100" dir="2700000" algn="tl" rotWithShape="0">
            <a:schemeClr val="bg1">
              <a:alpha val="40000"/>
            </a:schemeClr>
          </a:outerShdw>
        </a:effectLst>
      </dgm:spPr>
      <dgm:t>
        <a:bodyPr/>
        <a:lstStyle/>
        <a:p>
          <a:r>
            <a:rPr lang="hu-HU" dirty="0"/>
            <a:t>Eredmeny</a:t>
          </a:r>
        </a:p>
      </dgm:t>
    </dgm:pt>
    <dgm:pt modelId="{3FABDE59-F0CC-453B-ABC2-E95070B786F8}" type="parTrans" cxnId="{72C1EBFB-9B1B-40C8-83C6-7819202F3A41}">
      <dgm:prSet/>
      <dgm:spPr/>
      <dgm:t>
        <a:bodyPr/>
        <a:lstStyle/>
        <a:p>
          <a:endParaRPr lang="hu-HU"/>
        </a:p>
      </dgm:t>
    </dgm:pt>
    <dgm:pt modelId="{9E05875B-2A49-4072-BF8B-3BC979744B78}" type="sibTrans" cxnId="{72C1EBFB-9B1B-40C8-83C6-7819202F3A41}">
      <dgm:prSet/>
      <dgm:spPr/>
      <dgm:t>
        <a:bodyPr/>
        <a:lstStyle/>
        <a:p>
          <a:endParaRPr lang="hu-HU"/>
        </a:p>
      </dgm:t>
    </dgm:pt>
    <dgm:pt modelId="{DEBE681B-49BF-454E-BF0F-72DD6DC6DEB7}" type="pres">
      <dgm:prSet presAssocID="{98001AD3-C8FE-4DB7-A6C3-B09F5E709A30}" presName="Name0" presStyleCnt="0">
        <dgm:presLayoutVars>
          <dgm:dir/>
          <dgm:resizeHandles val="exact"/>
        </dgm:presLayoutVars>
      </dgm:prSet>
      <dgm:spPr/>
    </dgm:pt>
    <dgm:pt modelId="{6A7B02A6-BCE5-476F-892F-1074738E9AC2}" type="pres">
      <dgm:prSet presAssocID="{8C899B2C-29D3-455A-9E9D-C40E5C8282AC}" presName="node" presStyleLbl="node1" presStyleIdx="0" presStyleCnt="6" custLinFactNeighborY="-46954">
        <dgm:presLayoutVars>
          <dgm:bulletEnabled val="1"/>
        </dgm:presLayoutVars>
      </dgm:prSet>
      <dgm:spPr/>
    </dgm:pt>
    <dgm:pt modelId="{2367E5E3-599E-45EE-B11A-0A43076FA2B9}" type="pres">
      <dgm:prSet presAssocID="{4B8094F3-16B3-4680-8A7A-9944C2CDADB8}" presName="sibTrans" presStyleLbl="sibTrans2D1" presStyleIdx="0" presStyleCnt="5"/>
      <dgm:spPr/>
    </dgm:pt>
    <dgm:pt modelId="{F584C734-490A-46E7-B87A-89D3132E51F5}" type="pres">
      <dgm:prSet presAssocID="{4B8094F3-16B3-4680-8A7A-9944C2CDADB8}" presName="connectorText" presStyleLbl="sibTrans2D1" presStyleIdx="0" presStyleCnt="5"/>
      <dgm:spPr/>
    </dgm:pt>
    <dgm:pt modelId="{82210092-EE33-4A84-BB36-847D402259D7}" type="pres">
      <dgm:prSet presAssocID="{E29CD280-274E-483A-A460-F66D9EEB49F2}" presName="node" presStyleLbl="node1" presStyleIdx="1" presStyleCnt="6" custLinFactNeighborX="7791" custLinFactNeighborY="56337">
        <dgm:presLayoutVars>
          <dgm:bulletEnabled val="1"/>
        </dgm:presLayoutVars>
      </dgm:prSet>
      <dgm:spPr/>
    </dgm:pt>
    <dgm:pt modelId="{8C4197FD-2635-46A0-84A6-0FFA80D68073}" type="pres">
      <dgm:prSet presAssocID="{DEB7BDD0-00B0-4FE6-9BCA-F5C19B043AAE}" presName="sibTrans" presStyleLbl="sibTrans2D1" presStyleIdx="1" presStyleCnt="5"/>
      <dgm:spPr/>
    </dgm:pt>
    <dgm:pt modelId="{CEBFF66F-75D0-4079-9BDF-D244EF02C817}" type="pres">
      <dgm:prSet presAssocID="{DEB7BDD0-00B0-4FE6-9BCA-F5C19B043AAE}" presName="connectorText" presStyleLbl="sibTrans2D1" presStyleIdx="1" presStyleCnt="5"/>
      <dgm:spPr/>
    </dgm:pt>
    <dgm:pt modelId="{503AAB49-2C9A-42E0-B206-8DD1B41A6CDB}" type="pres">
      <dgm:prSet presAssocID="{AB2E0923-FF74-405B-BFF1-6389E2654AD8}" presName="node" presStyleLbl="node1" presStyleIdx="2" presStyleCnt="6" custLinFactNeighborX="2250" custLinFactNeighborY="-43663">
        <dgm:presLayoutVars>
          <dgm:bulletEnabled val="1"/>
        </dgm:presLayoutVars>
      </dgm:prSet>
      <dgm:spPr/>
    </dgm:pt>
    <dgm:pt modelId="{DF29CEEA-D9C3-4554-9826-90D753909BE7}" type="pres">
      <dgm:prSet presAssocID="{37584F21-E880-44C7-99DC-789B66B9BC72}" presName="sibTrans" presStyleLbl="sibTrans2D1" presStyleIdx="2" presStyleCnt="5"/>
      <dgm:spPr/>
    </dgm:pt>
    <dgm:pt modelId="{12A504B2-79D7-469F-AA24-AE961A8C8ED9}" type="pres">
      <dgm:prSet presAssocID="{37584F21-E880-44C7-99DC-789B66B9BC72}" presName="connectorText" presStyleLbl="sibTrans2D1" presStyleIdx="2" presStyleCnt="5"/>
      <dgm:spPr/>
    </dgm:pt>
    <dgm:pt modelId="{8CAC2D8F-737C-497E-8001-34C81FDA3E5D}" type="pres">
      <dgm:prSet presAssocID="{33CEFA55-C6D2-4A96-B875-C2457F07D234}" presName="node" presStyleLbl="node1" presStyleIdx="3" presStyleCnt="6" custLinFactNeighborY="56337">
        <dgm:presLayoutVars>
          <dgm:bulletEnabled val="1"/>
        </dgm:presLayoutVars>
      </dgm:prSet>
      <dgm:spPr/>
    </dgm:pt>
    <dgm:pt modelId="{690C1024-F362-492A-8C26-FB1F6A6F217E}" type="pres">
      <dgm:prSet presAssocID="{9ADD4C99-3EE6-4AC6-9821-4E77EFACC912}" presName="sibTrans" presStyleLbl="sibTrans2D1" presStyleIdx="3" presStyleCnt="5"/>
      <dgm:spPr/>
    </dgm:pt>
    <dgm:pt modelId="{D3330FB8-8C45-4DA9-A13D-A5841DCA5117}" type="pres">
      <dgm:prSet presAssocID="{9ADD4C99-3EE6-4AC6-9821-4E77EFACC912}" presName="connectorText" presStyleLbl="sibTrans2D1" presStyleIdx="3" presStyleCnt="5"/>
      <dgm:spPr/>
    </dgm:pt>
    <dgm:pt modelId="{74075FBD-0FDB-40A4-82D7-ABBD027FC3DB}" type="pres">
      <dgm:prSet presAssocID="{98B5EA6D-1150-46EC-865E-2B27A5F3F3BB}" presName="node" presStyleLbl="node1" presStyleIdx="4" presStyleCnt="6" custLinFactNeighborY="-43663">
        <dgm:presLayoutVars>
          <dgm:bulletEnabled val="1"/>
        </dgm:presLayoutVars>
      </dgm:prSet>
      <dgm:spPr/>
    </dgm:pt>
    <dgm:pt modelId="{F58F581D-E07D-4FE2-A841-7FEFFDE13421}" type="pres">
      <dgm:prSet presAssocID="{C4498554-3AC0-4407-96CA-A9895A9B9A90}" presName="sibTrans" presStyleLbl="sibTrans2D1" presStyleIdx="4" presStyleCnt="5"/>
      <dgm:spPr/>
    </dgm:pt>
    <dgm:pt modelId="{A45EF306-A734-4120-B261-02ECE351546F}" type="pres">
      <dgm:prSet presAssocID="{C4498554-3AC0-4407-96CA-A9895A9B9A90}" presName="connectorText" presStyleLbl="sibTrans2D1" presStyleIdx="4" presStyleCnt="5"/>
      <dgm:spPr/>
    </dgm:pt>
    <dgm:pt modelId="{685CE353-422C-41C9-AF31-A7A82B3AF39B}" type="pres">
      <dgm:prSet presAssocID="{85D42EF4-832F-4B52-9D4C-FB125ED89BE3}" presName="node" presStyleLbl="node1" presStyleIdx="5" presStyleCnt="6" custLinFactNeighborX="4916" custLinFactNeighborY="56337">
        <dgm:presLayoutVars>
          <dgm:bulletEnabled val="1"/>
        </dgm:presLayoutVars>
      </dgm:prSet>
      <dgm:spPr/>
    </dgm:pt>
  </dgm:ptLst>
  <dgm:cxnLst>
    <dgm:cxn modelId="{7A294318-EEE3-4A37-8B93-4D6570E295FB}" type="presOf" srcId="{E29CD280-274E-483A-A460-F66D9EEB49F2}" destId="{82210092-EE33-4A84-BB36-847D402259D7}" srcOrd="0" destOrd="0" presId="urn:microsoft.com/office/officeart/2005/8/layout/process1"/>
    <dgm:cxn modelId="{8978BF22-7249-41F3-894C-B58D212D706D}" srcId="{98001AD3-C8FE-4DB7-A6C3-B09F5E709A30}" destId="{E29CD280-274E-483A-A460-F66D9EEB49F2}" srcOrd="1" destOrd="0" parTransId="{C4C1122F-F0B3-46DB-97BD-3756F9D16356}" sibTransId="{DEB7BDD0-00B0-4FE6-9BCA-F5C19B043AAE}"/>
    <dgm:cxn modelId="{72220D25-7540-491F-B534-97BC73608C95}" type="presOf" srcId="{85D42EF4-832F-4B52-9D4C-FB125ED89BE3}" destId="{685CE353-422C-41C9-AF31-A7A82B3AF39B}" srcOrd="0" destOrd="0" presId="urn:microsoft.com/office/officeart/2005/8/layout/process1"/>
    <dgm:cxn modelId="{0677D62A-A9FC-494B-845F-CA65839E67FE}" type="presOf" srcId="{98B5EA6D-1150-46EC-865E-2B27A5F3F3BB}" destId="{74075FBD-0FDB-40A4-82D7-ABBD027FC3DB}" srcOrd="0" destOrd="0" presId="urn:microsoft.com/office/officeart/2005/8/layout/process1"/>
    <dgm:cxn modelId="{7241D567-927D-411A-A99E-AD608827F910}" type="presOf" srcId="{C4498554-3AC0-4407-96CA-A9895A9B9A90}" destId="{F58F581D-E07D-4FE2-A841-7FEFFDE13421}" srcOrd="0" destOrd="0" presId="urn:microsoft.com/office/officeart/2005/8/layout/process1"/>
    <dgm:cxn modelId="{EC195C4A-E4EA-4B7A-887B-D70567305E1D}" type="presOf" srcId="{4B8094F3-16B3-4680-8A7A-9944C2CDADB8}" destId="{2367E5E3-599E-45EE-B11A-0A43076FA2B9}" srcOrd="0" destOrd="0" presId="urn:microsoft.com/office/officeart/2005/8/layout/process1"/>
    <dgm:cxn modelId="{E75BD24A-9FD0-4DA3-AE41-2921B002B6ED}" type="presOf" srcId="{DEB7BDD0-00B0-4FE6-9BCA-F5C19B043AAE}" destId="{CEBFF66F-75D0-4079-9BDF-D244EF02C817}" srcOrd="1" destOrd="0" presId="urn:microsoft.com/office/officeart/2005/8/layout/process1"/>
    <dgm:cxn modelId="{D4A4C676-582A-4169-BCFE-E4B0E55EC502}" type="presOf" srcId="{9ADD4C99-3EE6-4AC6-9821-4E77EFACC912}" destId="{D3330FB8-8C45-4DA9-A13D-A5841DCA5117}" srcOrd="1" destOrd="0" presId="urn:microsoft.com/office/officeart/2005/8/layout/process1"/>
    <dgm:cxn modelId="{8C187077-998A-4E35-A28E-73A0D373FA09}" type="presOf" srcId="{98001AD3-C8FE-4DB7-A6C3-B09F5E709A30}" destId="{DEBE681B-49BF-454E-BF0F-72DD6DC6DEB7}" srcOrd="0" destOrd="0" presId="urn:microsoft.com/office/officeart/2005/8/layout/process1"/>
    <dgm:cxn modelId="{4AAF197D-6030-4BB5-B392-1215A3644FAA}" type="presOf" srcId="{33CEFA55-C6D2-4A96-B875-C2457F07D234}" destId="{8CAC2D8F-737C-497E-8001-34C81FDA3E5D}" srcOrd="0" destOrd="0" presId="urn:microsoft.com/office/officeart/2005/8/layout/process1"/>
    <dgm:cxn modelId="{05BE047E-A591-4C6A-957C-E43082893AE0}" srcId="{98001AD3-C8FE-4DB7-A6C3-B09F5E709A30}" destId="{98B5EA6D-1150-46EC-865E-2B27A5F3F3BB}" srcOrd="4" destOrd="0" parTransId="{96DD443F-DA69-4D50-B074-846BEA335874}" sibTransId="{C4498554-3AC0-4407-96CA-A9895A9B9A90}"/>
    <dgm:cxn modelId="{E5145B81-530C-41E5-A7F8-48366008A85A}" type="presOf" srcId="{C4498554-3AC0-4407-96CA-A9895A9B9A90}" destId="{A45EF306-A734-4120-B261-02ECE351546F}" srcOrd="1" destOrd="0" presId="urn:microsoft.com/office/officeart/2005/8/layout/process1"/>
    <dgm:cxn modelId="{E0751395-4B29-4D13-AD17-D9FA04CDAFBC}" type="presOf" srcId="{9ADD4C99-3EE6-4AC6-9821-4E77EFACC912}" destId="{690C1024-F362-492A-8C26-FB1F6A6F217E}" srcOrd="0" destOrd="0" presId="urn:microsoft.com/office/officeart/2005/8/layout/process1"/>
    <dgm:cxn modelId="{79669F99-B455-44B4-899D-0746C9B908FB}" srcId="{98001AD3-C8FE-4DB7-A6C3-B09F5E709A30}" destId="{AB2E0923-FF74-405B-BFF1-6389E2654AD8}" srcOrd="2" destOrd="0" parTransId="{0FABE59D-9F4B-4323-B35A-5C2E7180D79F}" sibTransId="{37584F21-E880-44C7-99DC-789B66B9BC72}"/>
    <dgm:cxn modelId="{08A6E8B7-65C7-4186-95FF-FFE74B106E60}" type="presOf" srcId="{37584F21-E880-44C7-99DC-789B66B9BC72}" destId="{DF29CEEA-D9C3-4554-9826-90D753909BE7}" srcOrd="0" destOrd="0" presId="urn:microsoft.com/office/officeart/2005/8/layout/process1"/>
    <dgm:cxn modelId="{B531D2BD-01CB-42D8-8E7D-91C0EE262D50}" type="presOf" srcId="{4B8094F3-16B3-4680-8A7A-9944C2CDADB8}" destId="{F584C734-490A-46E7-B87A-89D3132E51F5}" srcOrd="1" destOrd="0" presId="urn:microsoft.com/office/officeart/2005/8/layout/process1"/>
    <dgm:cxn modelId="{511E28C2-87E2-45D4-AE28-3794D689604D}" type="presOf" srcId="{DEB7BDD0-00B0-4FE6-9BCA-F5C19B043AAE}" destId="{8C4197FD-2635-46A0-84A6-0FFA80D68073}" srcOrd="0" destOrd="0" presId="urn:microsoft.com/office/officeart/2005/8/layout/process1"/>
    <dgm:cxn modelId="{872CC0C5-032E-4C7B-8DC1-FECCE65AEE6D}" type="presOf" srcId="{8C899B2C-29D3-455A-9E9D-C40E5C8282AC}" destId="{6A7B02A6-BCE5-476F-892F-1074738E9AC2}" srcOrd="0" destOrd="0" presId="urn:microsoft.com/office/officeart/2005/8/layout/process1"/>
    <dgm:cxn modelId="{E01F9AC6-35A6-4C42-A5DE-A3851DD0A1B6}" srcId="{98001AD3-C8FE-4DB7-A6C3-B09F5E709A30}" destId="{33CEFA55-C6D2-4A96-B875-C2457F07D234}" srcOrd="3" destOrd="0" parTransId="{8D6D11DA-2CD2-43AA-9E26-8A0DEF531036}" sibTransId="{9ADD4C99-3EE6-4AC6-9821-4E77EFACC912}"/>
    <dgm:cxn modelId="{6B23FEDB-857A-4988-8C76-F84C3FD1F538}" type="presOf" srcId="{AB2E0923-FF74-405B-BFF1-6389E2654AD8}" destId="{503AAB49-2C9A-42E0-B206-8DD1B41A6CDB}" srcOrd="0" destOrd="0" presId="urn:microsoft.com/office/officeart/2005/8/layout/process1"/>
    <dgm:cxn modelId="{BAAB34E8-22F9-4B0F-8634-9BCDE40E7613}" srcId="{98001AD3-C8FE-4DB7-A6C3-B09F5E709A30}" destId="{8C899B2C-29D3-455A-9E9D-C40E5C8282AC}" srcOrd="0" destOrd="0" parTransId="{7D891962-F352-492F-8F0C-E6957B35C088}" sibTransId="{4B8094F3-16B3-4680-8A7A-9944C2CDADB8}"/>
    <dgm:cxn modelId="{0D498BF1-8FF8-4B7F-A435-383536D62247}" type="presOf" srcId="{37584F21-E880-44C7-99DC-789B66B9BC72}" destId="{12A504B2-79D7-469F-AA24-AE961A8C8ED9}" srcOrd="1" destOrd="0" presId="urn:microsoft.com/office/officeart/2005/8/layout/process1"/>
    <dgm:cxn modelId="{72C1EBFB-9B1B-40C8-83C6-7819202F3A41}" srcId="{98001AD3-C8FE-4DB7-A6C3-B09F5E709A30}" destId="{85D42EF4-832F-4B52-9D4C-FB125ED89BE3}" srcOrd="5" destOrd="0" parTransId="{3FABDE59-F0CC-453B-ABC2-E95070B786F8}" sibTransId="{9E05875B-2A49-4072-BF8B-3BC979744B78}"/>
    <dgm:cxn modelId="{9AE5DC9E-BC53-4B7C-B90D-66272F50E26B}" type="presParOf" srcId="{DEBE681B-49BF-454E-BF0F-72DD6DC6DEB7}" destId="{6A7B02A6-BCE5-476F-892F-1074738E9AC2}" srcOrd="0" destOrd="0" presId="urn:microsoft.com/office/officeart/2005/8/layout/process1"/>
    <dgm:cxn modelId="{316DADCA-4010-4912-BB5F-017B955AB367}" type="presParOf" srcId="{DEBE681B-49BF-454E-BF0F-72DD6DC6DEB7}" destId="{2367E5E3-599E-45EE-B11A-0A43076FA2B9}" srcOrd="1" destOrd="0" presId="urn:microsoft.com/office/officeart/2005/8/layout/process1"/>
    <dgm:cxn modelId="{AE022DED-814C-47DF-A057-2D33ABEE091F}" type="presParOf" srcId="{2367E5E3-599E-45EE-B11A-0A43076FA2B9}" destId="{F584C734-490A-46E7-B87A-89D3132E51F5}" srcOrd="0" destOrd="0" presId="urn:microsoft.com/office/officeart/2005/8/layout/process1"/>
    <dgm:cxn modelId="{5D448BB7-EE25-4EE5-9097-83934EA990B1}" type="presParOf" srcId="{DEBE681B-49BF-454E-BF0F-72DD6DC6DEB7}" destId="{82210092-EE33-4A84-BB36-847D402259D7}" srcOrd="2" destOrd="0" presId="urn:microsoft.com/office/officeart/2005/8/layout/process1"/>
    <dgm:cxn modelId="{9E353B61-D7A3-4F03-8F3E-B190CEBB9CD4}" type="presParOf" srcId="{DEBE681B-49BF-454E-BF0F-72DD6DC6DEB7}" destId="{8C4197FD-2635-46A0-84A6-0FFA80D68073}" srcOrd="3" destOrd="0" presId="urn:microsoft.com/office/officeart/2005/8/layout/process1"/>
    <dgm:cxn modelId="{ECA0156D-9C92-4542-A31F-1969E334BECE}" type="presParOf" srcId="{8C4197FD-2635-46A0-84A6-0FFA80D68073}" destId="{CEBFF66F-75D0-4079-9BDF-D244EF02C817}" srcOrd="0" destOrd="0" presId="urn:microsoft.com/office/officeart/2005/8/layout/process1"/>
    <dgm:cxn modelId="{CDFB991B-768F-4DFE-BC89-F484ED2F0003}" type="presParOf" srcId="{DEBE681B-49BF-454E-BF0F-72DD6DC6DEB7}" destId="{503AAB49-2C9A-42E0-B206-8DD1B41A6CDB}" srcOrd="4" destOrd="0" presId="urn:microsoft.com/office/officeart/2005/8/layout/process1"/>
    <dgm:cxn modelId="{28914C6E-9780-47E0-88E0-3448B80F541E}" type="presParOf" srcId="{DEBE681B-49BF-454E-BF0F-72DD6DC6DEB7}" destId="{DF29CEEA-D9C3-4554-9826-90D753909BE7}" srcOrd="5" destOrd="0" presId="urn:microsoft.com/office/officeart/2005/8/layout/process1"/>
    <dgm:cxn modelId="{EF51F147-2EC4-428B-9978-EB2F1F36C9A4}" type="presParOf" srcId="{DF29CEEA-D9C3-4554-9826-90D753909BE7}" destId="{12A504B2-79D7-469F-AA24-AE961A8C8ED9}" srcOrd="0" destOrd="0" presId="urn:microsoft.com/office/officeart/2005/8/layout/process1"/>
    <dgm:cxn modelId="{E8CC64C5-20B4-4C2E-8483-FFDBE43916ED}" type="presParOf" srcId="{DEBE681B-49BF-454E-BF0F-72DD6DC6DEB7}" destId="{8CAC2D8F-737C-497E-8001-34C81FDA3E5D}" srcOrd="6" destOrd="0" presId="urn:microsoft.com/office/officeart/2005/8/layout/process1"/>
    <dgm:cxn modelId="{234B5045-478E-4EBE-9135-3D5DA40C7096}" type="presParOf" srcId="{DEBE681B-49BF-454E-BF0F-72DD6DC6DEB7}" destId="{690C1024-F362-492A-8C26-FB1F6A6F217E}" srcOrd="7" destOrd="0" presId="urn:microsoft.com/office/officeart/2005/8/layout/process1"/>
    <dgm:cxn modelId="{859BD504-8C29-428D-8121-4BA8A5663EB9}" type="presParOf" srcId="{690C1024-F362-492A-8C26-FB1F6A6F217E}" destId="{D3330FB8-8C45-4DA9-A13D-A5841DCA5117}" srcOrd="0" destOrd="0" presId="urn:microsoft.com/office/officeart/2005/8/layout/process1"/>
    <dgm:cxn modelId="{C3DC4C03-BED8-476F-9DA6-DADDD69FD51A}" type="presParOf" srcId="{DEBE681B-49BF-454E-BF0F-72DD6DC6DEB7}" destId="{74075FBD-0FDB-40A4-82D7-ABBD027FC3DB}" srcOrd="8" destOrd="0" presId="urn:microsoft.com/office/officeart/2005/8/layout/process1"/>
    <dgm:cxn modelId="{9452D154-E5AC-4D8A-B5FB-FCC7C80AA984}" type="presParOf" srcId="{DEBE681B-49BF-454E-BF0F-72DD6DC6DEB7}" destId="{F58F581D-E07D-4FE2-A841-7FEFFDE13421}" srcOrd="9" destOrd="0" presId="urn:microsoft.com/office/officeart/2005/8/layout/process1"/>
    <dgm:cxn modelId="{7DC8F50C-B067-434C-8BEB-200EDDB60C99}" type="presParOf" srcId="{F58F581D-E07D-4FE2-A841-7FEFFDE13421}" destId="{A45EF306-A734-4120-B261-02ECE351546F}" srcOrd="0" destOrd="0" presId="urn:microsoft.com/office/officeart/2005/8/layout/process1"/>
    <dgm:cxn modelId="{0FEC750F-6819-402B-86B6-F92F78527D2E}" type="presParOf" srcId="{DEBE681B-49BF-454E-BF0F-72DD6DC6DEB7}" destId="{685CE353-422C-41C9-AF31-A7A82B3AF39B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C4CDD-5D24-4073-8152-0AC5579A97D1}">
      <dsp:nvSpPr>
        <dsp:cNvPr id="0" name=""/>
        <dsp:cNvSpPr/>
      </dsp:nvSpPr>
      <dsp:spPr>
        <a:xfrm>
          <a:off x="3968" y="1971146"/>
          <a:ext cx="1230312" cy="738187"/>
        </a:xfrm>
        <a:prstGeom prst="roundRect">
          <a:avLst>
            <a:gd name="adj" fmla="val 10000"/>
          </a:avLst>
        </a:prstGeom>
        <a:solidFill>
          <a:srgbClr val="1F7A3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Téma</a:t>
          </a:r>
        </a:p>
      </dsp:txBody>
      <dsp:txXfrm>
        <a:off x="25589" y="1992767"/>
        <a:ext cx="1187070" cy="694945"/>
      </dsp:txXfrm>
    </dsp:sp>
    <dsp:sp modelId="{E0A04251-44D3-4259-A106-0B439894931E}">
      <dsp:nvSpPr>
        <dsp:cNvPr id="0" name=""/>
        <dsp:cNvSpPr/>
      </dsp:nvSpPr>
      <dsp:spPr>
        <a:xfrm rot="1391915">
          <a:off x="1345840" y="2559938"/>
          <a:ext cx="283770" cy="305117"/>
        </a:xfrm>
        <a:prstGeom prst="rightArrow">
          <a:avLst>
            <a:gd name="adj1" fmla="val 60000"/>
            <a:gd name="adj2" fmla="val 50000"/>
          </a:avLst>
        </a:prstGeom>
        <a:solidFill>
          <a:srgbClr val="1F7A3F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1349282" y="2604194"/>
        <a:ext cx="198639" cy="183071"/>
      </dsp:txXfrm>
    </dsp:sp>
    <dsp:sp modelId="{D9EBD958-7F6F-4BC9-82EF-FE0180D9899B}">
      <dsp:nvSpPr>
        <dsp:cNvPr id="0" name=""/>
        <dsp:cNvSpPr/>
      </dsp:nvSpPr>
      <dsp:spPr>
        <a:xfrm>
          <a:off x="1726406" y="2709333"/>
          <a:ext cx="1230312" cy="738187"/>
        </a:xfrm>
        <a:prstGeom prst="roundRect">
          <a:avLst>
            <a:gd name="adj" fmla="val 10000"/>
          </a:avLst>
        </a:prstGeom>
        <a:solidFill>
          <a:srgbClr val="2E9B5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Kérdés</a:t>
          </a:r>
        </a:p>
      </dsp:txBody>
      <dsp:txXfrm>
        <a:off x="1748027" y="2730954"/>
        <a:ext cx="1187070" cy="694945"/>
      </dsp:txXfrm>
    </dsp:sp>
    <dsp:sp modelId="{D6EB1065-6D59-48D7-B9B7-ED4B799599C8}">
      <dsp:nvSpPr>
        <dsp:cNvPr id="0" name=""/>
        <dsp:cNvSpPr/>
      </dsp:nvSpPr>
      <dsp:spPr>
        <a:xfrm rot="20221182">
          <a:off x="3072662" y="2553527"/>
          <a:ext cx="293837" cy="305117"/>
        </a:xfrm>
        <a:prstGeom prst="rightArrow">
          <a:avLst>
            <a:gd name="adj1" fmla="val 60000"/>
            <a:gd name="adj2" fmla="val 50000"/>
          </a:avLst>
        </a:prstGeom>
        <a:solidFill>
          <a:srgbClr val="2E9B5C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3076160" y="2631758"/>
        <a:ext cx="205686" cy="183071"/>
      </dsp:txXfrm>
    </dsp:sp>
    <dsp:sp modelId="{15E39F13-3D8F-4CD3-B164-EB2BC7DEFB28}">
      <dsp:nvSpPr>
        <dsp:cNvPr id="0" name=""/>
        <dsp:cNvSpPr/>
      </dsp:nvSpPr>
      <dsp:spPr>
        <a:xfrm>
          <a:off x="3467131" y="1971146"/>
          <a:ext cx="1230312" cy="738187"/>
        </a:xfrm>
        <a:prstGeom prst="roundRect">
          <a:avLst>
            <a:gd name="adj" fmla="val 10000"/>
          </a:avLst>
        </a:prstGeom>
        <a:solidFill>
          <a:srgbClr val="2DBE8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Válasz</a:t>
          </a:r>
        </a:p>
      </dsp:txBody>
      <dsp:txXfrm>
        <a:off x="3488752" y="1992767"/>
        <a:ext cx="1187070" cy="694945"/>
      </dsp:txXfrm>
    </dsp:sp>
    <dsp:sp modelId="{8F05A9A8-8476-4372-995A-C078BAEDD2CA}">
      <dsp:nvSpPr>
        <dsp:cNvPr id="0" name=""/>
        <dsp:cNvSpPr/>
      </dsp:nvSpPr>
      <dsp:spPr>
        <a:xfrm rot="1405250">
          <a:off x="4804628" y="2559853"/>
          <a:ext cx="273682" cy="305117"/>
        </a:xfrm>
        <a:prstGeom prst="rightArrow">
          <a:avLst>
            <a:gd name="adj1" fmla="val 60000"/>
            <a:gd name="adj2" fmla="val 50000"/>
          </a:avLst>
        </a:prstGeom>
        <a:solidFill>
          <a:srgbClr val="2DBE8D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/>
        </a:p>
      </dsp:txBody>
      <dsp:txXfrm>
        <a:off x="4808010" y="2604558"/>
        <a:ext cx="191577" cy="183071"/>
      </dsp:txXfrm>
    </dsp:sp>
    <dsp:sp modelId="{70F791BB-B9D5-49EF-A8D1-1CF6DEC2E211}">
      <dsp:nvSpPr>
        <dsp:cNvPr id="0" name=""/>
        <dsp:cNvSpPr/>
      </dsp:nvSpPr>
      <dsp:spPr>
        <a:xfrm>
          <a:off x="5171281" y="2709333"/>
          <a:ext cx="1230312" cy="738187"/>
        </a:xfrm>
        <a:prstGeom prst="roundRect">
          <a:avLst>
            <a:gd name="adj" fmla="val 10000"/>
          </a:avLst>
        </a:prstGeom>
        <a:solidFill>
          <a:srgbClr val="2FAFC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Ellenőrzés</a:t>
          </a:r>
        </a:p>
      </dsp:txBody>
      <dsp:txXfrm>
        <a:off x="5192902" y="2730954"/>
        <a:ext cx="1187070" cy="694945"/>
      </dsp:txXfrm>
    </dsp:sp>
    <dsp:sp modelId="{A9C159B0-C7F2-4115-B26A-DA922CD8AB97}">
      <dsp:nvSpPr>
        <dsp:cNvPr id="0" name=""/>
        <dsp:cNvSpPr/>
      </dsp:nvSpPr>
      <dsp:spPr>
        <a:xfrm rot="20210947">
          <a:off x="6514103" y="2553592"/>
          <a:ext cx="285957" cy="305117"/>
        </a:xfrm>
        <a:prstGeom prst="rightArrow">
          <a:avLst>
            <a:gd name="adj1" fmla="val 60000"/>
            <a:gd name="adj2" fmla="val 50000"/>
          </a:avLst>
        </a:prstGeom>
        <a:solidFill>
          <a:srgbClr val="2FAFC7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300" kern="1200" dirty="0"/>
        </a:p>
      </dsp:txBody>
      <dsp:txXfrm>
        <a:off x="6517557" y="2631479"/>
        <a:ext cx="200170" cy="183071"/>
      </dsp:txXfrm>
    </dsp:sp>
    <dsp:sp modelId="{6C92D50B-37E7-429B-B2E4-B773844FB668}">
      <dsp:nvSpPr>
        <dsp:cNvPr id="0" name=""/>
        <dsp:cNvSpPr/>
      </dsp:nvSpPr>
      <dsp:spPr>
        <a:xfrm>
          <a:off x="6897687" y="1971146"/>
          <a:ext cx="1230312" cy="738187"/>
        </a:xfrm>
        <a:prstGeom prst="roundRect">
          <a:avLst>
            <a:gd name="adj" fmla="val 10000"/>
          </a:avLst>
        </a:prstGeom>
        <a:solidFill>
          <a:srgbClr val="3DA5D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 dirty="0"/>
            <a:t>Eredmény</a:t>
          </a:r>
        </a:p>
      </dsp:txBody>
      <dsp:txXfrm>
        <a:off x="6919308" y="1992767"/>
        <a:ext cx="1187070" cy="6949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B02A6-BCE5-476F-892F-1074738E9AC2}">
      <dsp:nvSpPr>
        <dsp:cNvPr id="0" name=""/>
        <dsp:cNvSpPr/>
      </dsp:nvSpPr>
      <dsp:spPr>
        <a:xfrm>
          <a:off x="0" y="2118301"/>
          <a:ext cx="1016000" cy="609600"/>
        </a:xfrm>
        <a:prstGeom prst="roundRect">
          <a:avLst>
            <a:gd name="adj" fmla="val 10000"/>
          </a:avLst>
        </a:prstGeom>
        <a:solidFill>
          <a:srgbClr val="57C2D7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Tema</a:t>
          </a:r>
        </a:p>
      </dsp:txBody>
      <dsp:txXfrm>
        <a:off x="17855" y="2136156"/>
        <a:ext cx="980290" cy="573890"/>
      </dsp:txXfrm>
    </dsp:sp>
    <dsp:sp modelId="{2367E5E3-599E-45EE-B11A-0A43076FA2B9}">
      <dsp:nvSpPr>
        <dsp:cNvPr id="0" name=""/>
        <dsp:cNvSpPr/>
      </dsp:nvSpPr>
      <dsp:spPr>
        <a:xfrm rot="1404862">
          <a:off x="1115098" y="2614794"/>
          <a:ext cx="253007" cy="251968"/>
        </a:xfrm>
        <a:prstGeom prst="rightArrow">
          <a:avLst>
            <a:gd name="adj1" fmla="val 60000"/>
            <a:gd name="adj2" fmla="val 50000"/>
          </a:avLst>
        </a:prstGeom>
        <a:solidFill>
          <a:srgbClr val="57C2D7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000" kern="1200" dirty="0"/>
        </a:p>
      </dsp:txBody>
      <dsp:txXfrm>
        <a:off x="1118210" y="2650169"/>
        <a:ext cx="177417" cy="151180"/>
      </dsp:txXfrm>
    </dsp:sp>
    <dsp:sp modelId="{82210092-EE33-4A84-BB36-847D402259D7}">
      <dsp:nvSpPr>
        <dsp:cNvPr id="0" name=""/>
        <dsp:cNvSpPr/>
      </dsp:nvSpPr>
      <dsp:spPr>
        <a:xfrm>
          <a:off x="1454062" y="2747963"/>
          <a:ext cx="1016000" cy="609600"/>
        </a:xfrm>
        <a:prstGeom prst="roundRect">
          <a:avLst>
            <a:gd name="adj" fmla="val 10000"/>
          </a:avLst>
        </a:prstGeom>
        <a:solidFill>
          <a:srgbClr val="3DA5D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Kviz</a:t>
          </a:r>
        </a:p>
      </dsp:txBody>
      <dsp:txXfrm>
        <a:off x="1471917" y="2765818"/>
        <a:ext cx="980290" cy="573890"/>
      </dsp:txXfrm>
    </dsp:sp>
    <dsp:sp modelId="{8C4197FD-2635-46A0-84A6-0FFA80D68073}">
      <dsp:nvSpPr>
        <dsp:cNvPr id="0" name=""/>
        <dsp:cNvSpPr/>
      </dsp:nvSpPr>
      <dsp:spPr>
        <a:xfrm rot="20188112">
          <a:off x="2556806" y="2619472"/>
          <a:ext cx="221911" cy="251968"/>
        </a:xfrm>
        <a:prstGeom prst="rightArrow">
          <a:avLst>
            <a:gd name="adj1" fmla="val 60000"/>
            <a:gd name="adj2" fmla="val 50000"/>
          </a:avLst>
        </a:prstGeom>
        <a:solidFill>
          <a:srgbClr val="3DA5D9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000" kern="1200"/>
        </a:p>
      </dsp:txBody>
      <dsp:txXfrm>
        <a:off x="2559574" y="2683156"/>
        <a:ext cx="155338" cy="151180"/>
      </dsp:txXfrm>
    </dsp:sp>
    <dsp:sp modelId="{503AAB49-2C9A-42E0-B206-8DD1B41A6CDB}">
      <dsp:nvSpPr>
        <dsp:cNvPr id="0" name=""/>
        <dsp:cNvSpPr/>
      </dsp:nvSpPr>
      <dsp:spPr>
        <a:xfrm>
          <a:off x="2853943" y="2138363"/>
          <a:ext cx="1016000" cy="609600"/>
        </a:xfrm>
        <a:prstGeom prst="roundRect">
          <a:avLst>
            <a:gd name="adj" fmla="val 10000"/>
          </a:avLst>
        </a:prstGeom>
        <a:solidFill>
          <a:srgbClr val="2DBE8D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Kerdes</a:t>
          </a:r>
        </a:p>
      </dsp:txBody>
      <dsp:txXfrm>
        <a:off x="2871798" y="2156218"/>
        <a:ext cx="980290" cy="573890"/>
      </dsp:txXfrm>
    </dsp:sp>
    <dsp:sp modelId="{DF29CEEA-D9C3-4554-9826-90D753909BE7}">
      <dsp:nvSpPr>
        <dsp:cNvPr id="0" name=""/>
        <dsp:cNvSpPr/>
      </dsp:nvSpPr>
      <dsp:spPr>
        <a:xfrm rot="1399961">
          <a:off x="3959882" y="2624550"/>
          <a:ext cx="229297" cy="251968"/>
        </a:xfrm>
        <a:prstGeom prst="rightArrow">
          <a:avLst>
            <a:gd name="adj1" fmla="val 60000"/>
            <a:gd name="adj2" fmla="val 50000"/>
          </a:avLst>
        </a:prstGeom>
        <a:solidFill>
          <a:srgbClr val="2DBE8D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000" kern="1200"/>
        </a:p>
      </dsp:txBody>
      <dsp:txXfrm>
        <a:off x="3962695" y="2661321"/>
        <a:ext cx="160508" cy="151180"/>
      </dsp:txXfrm>
    </dsp:sp>
    <dsp:sp modelId="{8CAC2D8F-737C-497E-8001-34C81FDA3E5D}">
      <dsp:nvSpPr>
        <dsp:cNvPr id="0" name=""/>
        <dsp:cNvSpPr/>
      </dsp:nvSpPr>
      <dsp:spPr>
        <a:xfrm>
          <a:off x="4267199" y="2747963"/>
          <a:ext cx="1016000" cy="609600"/>
        </a:xfrm>
        <a:prstGeom prst="roundRect">
          <a:avLst>
            <a:gd name="adj" fmla="val 10000"/>
          </a:avLst>
        </a:prstGeom>
        <a:solidFill>
          <a:srgbClr val="80DAB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Valasz</a:t>
          </a:r>
        </a:p>
      </dsp:txBody>
      <dsp:txXfrm>
        <a:off x="4285054" y="2765818"/>
        <a:ext cx="980290" cy="573890"/>
      </dsp:txXfrm>
    </dsp:sp>
    <dsp:sp modelId="{690C1024-F362-492A-8C26-FB1F6A6F217E}">
      <dsp:nvSpPr>
        <dsp:cNvPr id="0" name=""/>
        <dsp:cNvSpPr/>
      </dsp:nvSpPr>
      <dsp:spPr>
        <a:xfrm rot="20208085">
          <a:off x="5375326" y="2619367"/>
          <a:ext cx="234339" cy="251968"/>
        </a:xfrm>
        <a:prstGeom prst="rightArrow">
          <a:avLst>
            <a:gd name="adj1" fmla="val 60000"/>
            <a:gd name="adj2" fmla="val 50000"/>
          </a:avLst>
        </a:prstGeom>
        <a:solidFill>
          <a:srgbClr val="80DAB1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000" kern="1200" dirty="0"/>
        </a:p>
      </dsp:txBody>
      <dsp:txXfrm>
        <a:off x="5378168" y="2683608"/>
        <a:ext cx="164037" cy="151180"/>
      </dsp:txXfrm>
    </dsp:sp>
    <dsp:sp modelId="{74075FBD-0FDB-40A4-82D7-ABBD027FC3DB}">
      <dsp:nvSpPr>
        <dsp:cNvPr id="0" name=""/>
        <dsp:cNvSpPr/>
      </dsp:nvSpPr>
      <dsp:spPr>
        <a:xfrm>
          <a:off x="5689599" y="2138363"/>
          <a:ext cx="1016000" cy="609600"/>
        </a:xfrm>
        <a:prstGeom prst="roundRect">
          <a:avLst>
            <a:gd name="adj" fmla="val 10000"/>
          </a:avLst>
        </a:prstGeom>
        <a:solidFill>
          <a:srgbClr val="3DA5D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Kviz (ellenőrzés)</a:t>
          </a:r>
        </a:p>
      </dsp:txBody>
      <dsp:txXfrm>
        <a:off x="5707454" y="2156218"/>
        <a:ext cx="980290" cy="573890"/>
      </dsp:txXfrm>
    </dsp:sp>
    <dsp:sp modelId="{F58F581D-E07D-4FE2-A841-7FEFFDE13421}">
      <dsp:nvSpPr>
        <dsp:cNvPr id="0" name=""/>
        <dsp:cNvSpPr/>
      </dsp:nvSpPr>
      <dsp:spPr>
        <a:xfrm rot="1391915">
          <a:off x="6797726" y="2624592"/>
          <a:ext cx="234339" cy="251968"/>
        </a:xfrm>
        <a:prstGeom prst="rightArrow">
          <a:avLst>
            <a:gd name="adj1" fmla="val 60000"/>
            <a:gd name="adj2" fmla="val 50000"/>
          </a:avLst>
        </a:prstGeom>
        <a:solidFill>
          <a:srgbClr val="3DA5D9">
            <a:alpha val="3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u-HU" sz="1000" kern="1200"/>
        </a:p>
      </dsp:txBody>
      <dsp:txXfrm>
        <a:off x="6800568" y="2661139"/>
        <a:ext cx="164037" cy="151180"/>
      </dsp:txXfrm>
    </dsp:sp>
    <dsp:sp modelId="{685CE353-422C-41C9-AF31-A7A82B3AF39B}">
      <dsp:nvSpPr>
        <dsp:cNvPr id="0" name=""/>
        <dsp:cNvSpPr/>
      </dsp:nvSpPr>
      <dsp:spPr>
        <a:xfrm>
          <a:off x="7112000" y="2747963"/>
          <a:ext cx="1016000" cy="609600"/>
        </a:xfrm>
        <a:prstGeom prst="roundRect">
          <a:avLst>
            <a:gd name="adj" fmla="val 10000"/>
          </a:avLst>
        </a:prstGeom>
        <a:solidFill>
          <a:srgbClr val="81D4F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schemeClr val="bg1">
              <a:alpha val="40000"/>
            </a:scheme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300" kern="1200" dirty="0"/>
            <a:t>Eredmeny</a:t>
          </a:r>
        </a:p>
      </dsp:txBody>
      <dsp:txXfrm>
        <a:off x="7129855" y="2765818"/>
        <a:ext cx="980290" cy="573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CC2DCE-DBDF-B1DD-1FA6-2A9DE75A8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D4FB127-6995-8656-5EEB-560DBB54B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299E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7F8239-7F25-AB66-EF0E-E49B8ACA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720ACC6-AAAF-7404-2DAE-75CD5844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2CF7652-4CC7-76A5-21AC-10809A90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887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C0D96E-5D33-6F9C-48DE-394F44C4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2A5E860-B1D7-9B6D-11DA-D3912BA26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F81612-9828-0E68-427B-A87D537C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F10620E-AAE4-1831-2047-D42C7B31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8B5951-BB34-FE44-D438-1BB6CC80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4504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F017F7-9AA7-8A1E-3FC3-AD0905C22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750E126-7CE4-F861-8E22-738001AF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C580D9-1609-0D61-987B-906BC53A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7C5429-93C8-EC49-F198-57C6C0C4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6BE960-0F44-9DC8-B317-A73BEF73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46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4C7A8F5-106D-2521-5E68-3ACAF61B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678C41-2E4E-D79B-080C-0F1F037BA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92F1F2E-F5E5-B141-6875-2A12AD584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61AC37E-A968-BA19-C15C-615AFB05C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FBFC3AE-8425-9424-E1FF-AC0F378FC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3D46999-17DB-818C-ED71-29A64F92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433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37B835-872A-F602-93EB-A905DBBB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50D393E-0787-C389-B037-9D578BD65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9CAD738-DC03-D919-9280-1D896A5E6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AF27BE0-CBE4-ADFC-E37A-C06451EA4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4AEE561-92DE-C279-A765-824DB3A23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6E04C4F-1352-F138-7563-3524ED17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C4478AC-78EB-168A-8C8D-7E99570D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E698E85-C517-D004-CE8E-F2F152C6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22013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C6B5A6-2462-BFA4-1664-443508B9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9500706-AF72-52F4-6E31-C2399A34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2E286B0-398B-FE55-1150-0FB61A519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4B67597-ED90-1DDB-C8DD-FCFB1D6C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318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85B2411-F683-FD3C-B04E-43A65F50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CF3F1E5-AE0B-2E78-6600-41E466C8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798ED95-0B84-C86C-6E4E-E2CE2EB1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228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FD6F11-E28D-1ABB-5BA7-E2E8A8CE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75345A-19C1-7893-2809-8367662D6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1F105C3-1951-8B5E-487C-C61953F81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A2C9B1F-26F9-CE05-9D73-08633E68A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C578207-8F30-6A13-7DC5-CF9BEBD21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15B985A-694A-CB94-80F5-45F796E5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141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463EB7-9231-770E-51DF-D9C3F9DF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FFA251A-705B-9247-1FE4-4D69D5BA0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1DD72A7-56E8-02D0-2794-6C3540FB8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16298A-91A6-91B3-75E0-33DB356F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E59BB52-77F9-3167-B68D-70E95518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DBEF94D-3276-3C77-9A8A-72108C50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162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19089A-03CA-36BF-1D7A-852B5C36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445EE11-B6FE-2179-B139-B9F4BC38B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CDFBA6-A29E-802E-B22F-85087263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9E4615-D79A-8829-C81E-1119C1FA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FB8E63-3B71-A463-E019-573B8812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937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1A99190-7BC0-B296-0688-1EA7B9755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27758DF-A210-88D0-DE77-D0C6D6A8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179B0C-A336-ABBF-EF77-562F721A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E2FF0D5-656D-790C-F4D1-C9B17656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59A6FEF-02D4-DAC4-C57C-FF6BBE3F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16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2A9BC80-D7B7-CE08-09C7-E719B65E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97D7521-1C81-E7AD-1101-C79506FE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9B17AE6-DB43-3252-C20C-084768C7CD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4CA7A-C1A9-4338-BFC6-3C6B9031BDBD}" type="datetimeFigureOut">
              <a:rPr lang="hu-HU" smtClean="0"/>
              <a:t>2026. 06. 02.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D02A00-FB88-528A-3023-6D1FE298C4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88DECB2-E2E3-34DF-78C7-71583816F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09B1E-810F-43D1-BC9C-AEE1907A76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324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299E1"/>
          </a:soli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cím 2">
            <a:extLst>
              <a:ext uri="{FF2B5EF4-FFF2-40B4-BE49-F238E27FC236}">
                <a16:creationId xmlns:a16="http://schemas.microsoft.com/office/drawing/2014/main" id="{78DA52DB-F7E2-A4C0-99DC-2C2124BDE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84448"/>
            <a:ext cx="12192000" cy="3273552"/>
          </a:xfrm>
        </p:spPr>
        <p:txBody>
          <a:bodyPr anchor="ctr">
            <a:normAutofit/>
          </a:bodyPr>
          <a:lstStyle/>
          <a:p>
            <a:pPr>
              <a:lnSpc>
                <a:spcPct val="300000"/>
              </a:lnSpc>
            </a:pPr>
            <a:r>
              <a:rPr lang="hu-HU" b="1" spc="3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Év végi zárófeladat 2026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Készítette: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Molnár Beatrix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Mágori Ferenc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E973692-C257-E057-990E-7F47CFF27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63" y="1735264"/>
            <a:ext cx="7991475" cy="2828925"/>
          </a:xfrm>
          <a:prstGeom prst="rect">
            <a:avLst/>
          </a:prstGeom>
          <a:ln>
            <a:noFill/>
          </a:ln>
        </p:spPr>
      </p:pic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D8D1550A-CCFE-FB80-77C6-D5570B742DDC}"/>
              </a:ext>
            </a:extLst>
          </p:cNvPr>
          <p:cNvCxnSpPr>
            <a:cxnSpLocks/>
          </p:cNvCxnSpPr>
          <p:nvPr/>
        </p:nvCxnSpPr>
        <p:spPr>
          <a:xfrm>
            <a:off x="2100262" y="4403155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Kép 1">
            <a:extLst>
              <a:ext uri="{FF2B5EF4-FFF2-40B4-BE49-F238E27FC236}">
                <a16:creationId xmlns:a16="http://schemas.microsoft.com/office/drawing/2014/main" id="{FF999059-AD0D-4402-0A33-7FFB2A467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753" y="-1"/>
            <a:ext cx="2022247" cy="202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FE53EF-162B-04F6-F62E-7279616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Program működése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1BABB6-AF04-0F24-8A29-F7E0A6ACF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825624"/>
            <a:ext cx="11134344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3200" b="1" dirty="0"/>
              <a:t>Működés lépései</a:t>
            </a:r>
          </a:p>
          <a:p>
            <a:pPr marL="0" indent="0">
              <a:lnSpc>
                <a:spcPct val="100000"/>
              </a:lnSpc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Téma kiválasztása</a:t>
            </a:r>
          </a:p>
          <a:p>
            <a:pPr>
              <a:lnSpc>
                <a:spcPct val="100000"/>
              </a:lnSpc>
            </a:pPr>
            <a:r>
              <a:rPr lang="hu-HU" dirty="0"/>
              <a:t>Betöltés</a:t>
            </a:r>
          </a:p>
          <a:p>
            <a:pPr>
              <a:lnSpc>
                <a:spcPct val="100000"/>
              </a:lnSpc>
            </a:pPr>
            <a:r>
              <a:rPr lang="hu-HU" dirty="0"/>
              <a:t>Válasz</a:t>
            </a:r>
          </a:p>
          <a:p>
            <a:pPr>
              <a:lnSpc>
                <a:spcPct val="100000"/>
              </a:lnSpc>
            </a:pPr>
            <a:r>
              <a:rPr lang="hu-HU" dirty="0"/>
              <a:t>Ellenőrzés</a:t>
            </a:r>
          </a:p>
          <a:p>
            <a:pPr>
              <a:lnSpc>
                <a:spcPct val="100000"/>
              </a:lnSpc>
            </a:pPr>
            <a:r>
              <a:rPr lang="hu-HU" dirty="0"/>
              <a:t>Eredmény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B8320FB-155C-53A2-5DB1-3B03DFE03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068614"/>
              </p:ext>
            </p:extLst>
          </p:nvPr>
        </p:nvGraphicFramePr>
        <p:xfrm>
          <a:off x="3844544" y="143933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4A46D748-D789-124E-3C43-360C2E566409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67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0FF05-8BF0-0675-9729-659E52D0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0AD07D-CC57-D31F-6602-DDAAFDDAE07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Felhasznált technológiák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9C3E73F0-82F9-D7B0-F0E8-E043C8A2B7FA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262625B-65DF-037F-C03F-00D1D89DACCC}"/>
              </a:ext>
            </a:extLst>
          </p:cNvPr>
          <p:cNvSpPr txBox="1">
            <a:spLocks/>
          </p:cNvSpPr>
          <p:nvPr/>
        </p:nvSpPr>
        <p:spPr>
          <a:xfrm>
            <a:off x="2164962" y="3456432"/>
            <a:ext cx="5257800" cy="343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hu-HU" sz="3200" b="1" dirty="0"/>
              <a:t>JavaScript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ES6 modulok </a:t>
            </a:r>
          </a:p>
          <a:p>
            <a:pPr>
              <a:lnSpc>
                <a:spcPct val="100000"/>
              </a:lnSpc>
            </a:pPr>
            <a:r>
              <a:rPr lang="hu-HU" dirty="0"/>
              <a:t>Osztályok</a:t>
            </a:r>
          </a:p>
          <a:p>
            <a:pPr>
              <a:lnSpc>
                <a:spcPct val="100000"/>
              </a:lnSpc>
            </a:pPr>
            <a:r>
              <a:rPr lang="hu-HU" dirty="0"/>
              <a:t>Eseménykezelés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ADE66990-766F-5D9E-98E8-A29885850A0E}"/>
              </a:ext>
            </a:extLst>
          </p:cNvPr>
          <p:cNvSpPr txBox="1">
            <a:spLocks/>
          </p:cNvSpPr>
          <p:nvPr/>
        </p:nvSpPr>
        <p:spPr>
          <a:xfrm>
            <a:off x="7724619" y="3456432"/>
            <a:ext cx="4863301" cy="3438144"/>
          </a:xfrm>
          <a:prstGeom prst="rect">
            <a:avLst/>
          </a:prstGeom>
          <a:effectLst>
            <a:softEdge rad="3175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hu-HU" sz="3200" b="1" dirty="0"/>
              <a:t>Adatkezelés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Külön fájl</a:t>
            </a:r>
          </a:p>
          <a:p>
            <a:pPr>
              <a:lnSpc>
                <a:spcPct val="100000"/>
              </a:lnSpc>
            </a:pPr>
            <a:r>
              <a:rPr lang="hu-HU" dirty="0"/>
              <a:t>JavaScript objektumok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C0BFEF5-FB8B-C922-3588-FD932EF89CF4}"/>
              </a:ext>
            </a:extLst>
          </p:cNvPr>
          <p:cNvSpPr txBox="1"/>
          <p:nvPr/>
        </p:nvSpPr>
        <p:spPr>
          <a:xfrm>
            <a:off x="2607520" y="2245293"/>
            <a:ext cx="1342034" cy="584775"/>
          </a:xfrm>
          <a:prstGeom prst="rect">
            <a:avLst/>
          </a:prstGeom>
          <a:solidFill>
            <a:srgbClr val="E34C26"/>
          </a:solidFill>
          <a:ln cap="rnd">
            <a:solidFill>
              <a:srgbClr val="E34C26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  <a:softEdge rad="31750"/>
          </a:effectLst>
        </p:spPr>
        <p:txBody>
          <a:bodyPr wrap="non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HTML</a:t>
            </a:r>
            <a:endParaRPr lang="hu-HU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EE57183-FD53-2A99-C10A-8722EF71FE59}"/>
              </a:ext>
            </a:extLst>
          </p:cNvPr>
          <p:cNvSpPr txBox="1"/>
          <p:nvPr/>
        </p:nvSpPr>
        <p:spPr>
          <a:xfrm>
            <a:off x="5551940" y="2245295"/>
            <a:ext cx="902811" cy="584775"/>
          </a:xfrm>
          <a:prstGeom prst="rect">
            <a:avLst/>
          </a:prstGeom>
          <a:solidFill>
            <a:srgbClr val="264DE4"/>
          </a:solidFill>
          <a:ln>
            <a:solidFill>
              <a:srgbClr val="264DE4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  <a:softEdge rad="31750"/>
          </a:effectLst>
        </p:spPr>
        <p:txBody>
          <a:bodyPr wrap="non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CSS</a:t>
            </a:r>
            <a:endParaRPr lang="hu-HU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A4F9C38-A823-5D10-E948-35FC712DF481}"/>
              </a:ext>
            </a:extLst>
          </p:cNvPr>
          <p:cNvSpPr txBox="1"/>
          <p:nvPr/>
        </p:nvSpPr>
        <p:spPr>
          <a:xfrm>
            <a:off x="8008566" y="2245292"/>
            <a:ext cx="2147704" cy="584775"/>
          </a:xfrm>
          <a:prstGeom prst="rect">
            <a:avLst/>
          </a:prstGeom>
          <a:solidFill>
            <a:srgbClr val="F7DF1E"/>
          </a:solidFill>
          <a:ln>
            <a:solidFill>
              <a:srgbClr val="F7DF1E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  <a:softEdge rad="31750"/>
          </a:effectLst>
        </p:spPr>
        <p:txBody>
          <a:bodyPr wrap="non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JavaScript</a:t>
            </a:r>
            <a:endParaRPr lang="hu-HU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88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42CA-9DC3-044E-5B19-0962C342A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F25629-A30A-BEC1-B240-8CBA37E0A37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Osztálydiagram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E028A33C-BCDD-C9EE-9C3B-FF02A5A4CC3F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25A56A64-88F3-82E2-D945-7B595DBBEAF5}"/>
              </a:ext>
            </a:extLst>
          </p:cNvPr>
          <p:cNvGrpSpPr/>
          <p:nvPr/>
        </p:nvGrpSpPr>
        <p:grpSpPr>
          <a:xfrm>
            <a:off x="1080706" y="1665678"/>
            <a:ext cx="2167128" cy="2876223"/>
            <a:chOff x="4946904" y="2497903"/>
            <a:chExt cx="2167128" cy="2876223"/>
          </a:xfrm>
          <a:solidFill>
            <a:srgbClr val="3DA5D9"/>
          </a:solidFill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grpSpPr>
        <p:sp>
          <p:nvSpPr>
            <p:cNvPr id="4" name="Téglalap 3">
              <a:extLst>
                <a:ext uri="{FF2B5EF4-FFF2-40B4-BE49-F238E27FC236}">
                  <a16:creationId xmlns:a16="http://schemas.microsoft.com/office/drawing/2014/main" id="{1254A773-56E9-8927-3077-B60AEE5E2D71}"/>
                </a:ext>
              </a:extLst>
            </p:cNvPr>
            <p:cNvSpPr/>
            <p:nvPr/>
          </p:nvSpPr>
          <p:spPr>
            <a:xfrm>
              <a:off x="4946904" y="2497903"/>
              <a:ext cx="2167128" cy="531626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Kviz</a:t>
              </a:r>
            </a:p>
          </p:txBody>
        </p:sp>
        <p:sp>
          <p:nvSpPr>
            <p:cNvPr id="9" name="Téglalap 8">
              <a:extLst>
                <a:ext uri="{FF2B5EF4-FFF2-40B4-BE49-F238E27FC236}">
                  <a16:creationId xmlns:a16="http://schemas.microsoft.com/office/drawing/2014/main" id="{D146E6CA-9A0A-C35F-9678-E51A7445F1A9}"/>
                </a:ext>
              </a:extLst>
            </p:cNvPr>
            <p:cNvSpPr/>
            <p:nvPr/>
          </p:nvSpPr>
          <p:spPr>
            <a:xfrm>
              <a:off x="4946904" y="3029529"/>
              <a:ext cx="2167128" cy="1172299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#kerdesek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#aktualisIndex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#pontszam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szuloElem</a:t>
              </a:r>
            </a:p>
          </p:txBody>
        </p:sp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A1161D58-5E39-D013-0FEB-EE638BD8B26D}"/>
                </a:ext>
              </a:extLst>
            </p:cNvPr>
            <p:cNvSpPr/>
            <p:nvPr/>
          </p:nvSpPr>
          <p:spPr>
            <a:xfrm>
              <a:off x="4946904" y="4201828"/>
              <a:ext cx="2167128" cy="117229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ujKerdes( )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valaszKattintva( )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valaszEllenorzes( )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reset( )</a:t>
              </a:r>
            </a:p>
          </p:txBody>
        </p:sp>
      </p:grp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45B9B4F5-5C46-C552-9107-DEBBC8D32097}"/>
              </a:ext>
            </a:extLst>
          </p:cNvPr>
          <p:cNvGrpSpPr/>
          <p:nvPr/>
        </p:nvGrpSpPr>
        <p:grpSpPr>
          <a:xfrm>
            <a:off x="5012435" y="1665678"/>
            <a:ext cx="2167128" cy="2660424"/>
            <a:chOff x="838200" y="1806259"/>
            <a:chExt cx="2167128" cy="2660424"/>
          </a:xfr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grpSpPr>
        <p:sp>
          <p:nvSpPr>
            <p:cNvPr id="15" name="Téglalap 14">
              <a:extLst>
                <a:ext uri="{FF2B5EF4-FFF2-40B4-BE49-F238E27FC236}">
                  <a16:creationId xmlns:a16="http://schemas.microsoft.com/office/drawing/2014/main" id="{C88D2D41-0D63-D523-8DEB-ABB126EA5086}"/>
                </a:ext>
              </a:extLst>
            </p:cNvPr>
            <p:cNvSpPr/>
            <p:nvPr/>
          </p:nvSpPr>
          <p:spPr>
            <a:xfrm>
              <a:off x="838200" y="2328741"/>
              <a:ext cx="2167128" cy="1172297"/>
            </a:xfrm>
            <a:prstGeom prst="rect">
              <a:avLst/>
            </a:prstGeom>
            <a:solidFill>
              <a:srgbClr val="2DBE8D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#kerdesSzoveg</a:t>
              </a:r>
            </a:p>
            <a:p>
              <a:pPr algn="ctr"/>
              <a:r>
                <a:rPr lang="hu-HU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#valaszok</a:t>
              </a:r>
            </a:p>
            <a:p>
              <a:pPr algn="ctr"/>
              <a:r>
                <a:rPr lang="hu-HU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szuloElem</a:t>
              </a:r>
            </a:p>
            <a:p>
              <a:pPr algn="ctr"/>
              <a:r>
                <a:rPr lang="hu-HU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kviz</a:t>
              </a:r>
            </a:p>
          </p:txBody>
        </p:sp>
        <p:grpSp>
          <p:nvGrpSpPr>
            <p:cNvPr id="17" name="Csoportba foglalás 16">
              <a:extLst>
                <a:ext uri="{FF2B5EF4-FFF2-40B4-BE49-F238E27FC236}">
                  <a16:creationId xmlns:a16="http://schemas.microsoft.com/office/drawing/2014/main" id="{A72CDD20-AAF7-C9C2-65C8-4431FD99072A}"/>
                </a:ext>
              </a:extLst>
            </p:cNvPr>
            <p:cNvGrpSpPr/>
            <p:nvPr/>
          </p:nvGrpSpPr>
          <p:grpSpPr>
            <a:xfrm>
              <a:off x="838200" y="1806259"/>
              <a:ext cx="2167128" cy="2660424"/>
              <a:chOff x="838200" y="1797115"/>
              <a:chExt cx="2167128" cy="2660424"/>
            </a:xfrm>
          </p:grpSpPr>
          <p:sp>
            <p:nvSpPr>
              <p:cNvPr id="12" name="Téglalap 11">
                <a:extLst>
                  <a:ext uri="{FF2B5EF4-FFF2-40B4-BE49-F238E27FC236}">
                    <a16:creationId xmlns:a16="http://schemas.microsoft.com/office/drawing/2014/main" id="{E98BC13B-181E-CE6E-A758-37261B8B3612}"/>
                  </a:ext>
                </a:extLst>
              </p:cNvPr>
              <p:cNvSpPr/>
              <p:nvPr/>
            </p:nvSpPr>
            <p:spPr>
              <a:xfrm>
                <a:off x="838200" y="1797115"/>
                <a:ext cx="2167128" cy="531626"/>
              </a:xfrm>
              <a:prstGeom prst="rect">
                <a:avLst/>
              </a:prstGeom>
              <a:solidFill>
                <a:srgbClr val="2DBE8D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Kerdes</a:t>
                </a:r>
              </a:p>
            </p:txBody>
          </p:sp>
          <p:sp>
            <p:nvSpPr>
              <p:cNvPr id="16" name="Téglalap 15">
                <a:extLst>
                  <a:ext uri="{FF2B5EF4-FFF2-40B4-BE49-F238E27FC236}">
                    <a16:creationId xmlns:a16="http://schemas.microsoft.com/office/drawing/2014/main" id="{55F2B0D0-C7F4-5722-5DA7-285B7298FB8C}"/>
                  </a:ext>
                </a:extLst>
              </p:cNvPr>
              <p:cNvSpPr/>
              <p:nvPr/>
            </p:nvSpPr>
            <p:spPr>
              <a:xfrm>
                <a:off x="838200" y="3501038"/>
                <a:ext cx="2167128" cy="956501"/>
              </a:xfrm>
              <a:prstGeom prst="rect">
                <a:avLst/>
              </a:prstGeom>
              <a:solidFill>
                <a:srgbClr val="2DBE8D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megjelenit( )</a:t>
                </a:r>
              </a:p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helyesValaszE( )</a:t>
                </a:r>
              </a:p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kever( )</a:t>
                </a:r>
              </a:p>
            </p:txBody>
          </p:sp>
        </p:grpSp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761B245A-A0E5-FC78-8CD9-51B6150A8ED4}"/>
              </a:ext>
            </a:extLst>
          </p:cNvPr>
          <p:cNvGrpSpPr/>
          <p:nvPr/>
        </p:nvGrpSpPr>
        <p:grpSpPr>
          <a:xfrm>
            <a:off x="9072706" y="1830251"/>
            <a:ext cx="2167127" cy="1906403"/>
            <a:chOff x="7557672" y="2124391"/>
            <a:chExt cx="2167127" cy="1906403"/>
          </a:xfr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grpSpPr>
        <p:sp>
          <p:nvSpPr>
            <p:cNvPr id="13" name="Téglalap 12">
              <a:extLst>
                <a:ext uri="{FF2B5EF4-FFF2-40B4-BE49-F238E27FC236}">
                  <a16:creationId xmlns:a16="http://schemas.microsoft.com/office/drawing/2014/main" id="{F1CCA715-F58A-D6E4-DEB3-DDE05F8D52E9}"/>
                </a:ext>
              </a:extLst>
            </p:cNvPr>
            <p:cNvSpPr/>
            <p:nvPr/>
          </p:nvSpPr>
          <p:spPr>
            <a:xfrm>
              <a:off x="7557672" y="2124391"/>
              <a:ext cx="2167127" cy="519499"/>
            </a:xfrm>
            <a:prstGeom prst="rect">
              <a:avLst/>
            </a:prstGeom>
            <a:solidFill>
              <a:srgbClr val="80DAB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Valasz</a:t>
              </a:r>
            </a:p>
          </p:txBody>
        </p:sp>
        <p:sp>
          <p:nvSpPr>
            <p:cNvPr id="19" name="Téglalap 18">
              <a:extLst>
                <a:ext uri="{FF2B5EF4-FFF2-40B4-BE49-F238E27FC236}">
                  <a16:creationId xmlns:a16="http://schemas.microsoft.com/office/drawing/2014/main" id="{D2B6CA4E-EE26-38E8-82DA-A904E53450A0}"/>
                </a:ext>
              </a:extLst>
            </p:cNvPr>
            <p:cNvSpPr/>
            <p:nvPr/>
          </p:nvSpPr>
          <p:spPr>
            <a:xfrm>
              <a:off x="7557672" y="2641742"/>
              <a:ext cx="2167127" cy="871701"/>
            </a:xfrm>
            <a:prstGeom prst="rect">
              <a:avLst/>
            </a:prstGeom>
            <a:solidFill>
              <a:srgbClr val="80DAB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#szoveg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#helyes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onClick</a:t>
              </a:r>
            </a:p>
          </p:txBody>
        </p:sp>
        <p:sp>
          <p:nvSpPr>
            <p:cNvPr id="20" name="Téglalap 19">
              <a:extLst>
                <a:ext uri="{FF2B5EF4-FFF2-40B4-BE49-F238E27FC236}">
                  <a16:creationId xmlns:a16="http://schemas.microsoft.com/office/drawing/2014/main" id="{29C3E842-6295-B91A-0CA6-D9432252CE19}"/>
                </a:ext>
              </a:extLst>
            </p:cNvPr>
            <p:cNvSpPr/>
            <p:nvPr/>
          </p:nvSpPr>
          <p:spPr>
            <a:xfrm>
              <a:off x="7557672" y="3511295"/>
              <a:ext cx="2167127" cy="519499"/>
            </a:xfrm>
            <a:prstGeom prst="rect">
              <a:avLst/>
            </a:prstGeom>
            <a:solidFill>
              <a:srgbClr val="80DAB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megjelenit( )</a:t>
              </a:r>
            </a:p>
          </p:txBody>
        </p:sp>
      </p:grpSp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F2E45CF0-E4AD-9702-2BE5-0333967F32E1}"/>
              </a:ext>
            </a:extLst>
          </p:cNvPr>
          <p:cNvGrpSpPr/>
          <p:nvPr/>
        </p:nvGrpSpPr>
        <p:grpSpPr>
          <a:xfrm>
            <a:off x="5012436" y="4907335"/>
            <a:ext cx="2167131" cy="1832673"/>
            <a:chOff x="6852641" y="4267255"/>
            <a:chExt cx="2167131" cy="1832673"/>
          </a:xfr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grpSpPr>
        <p:sp>
          <p:nvSpPr>
            <p:cNvPr id="22" name="Téglalap 21">
              <a:extLst>
                <a:ext uri="{FF2B5EF4-FFF2-40B4-BE49-F238E27FC236}">
                  <a16:creationId xmlns:a16="http://schemas.microsoft.com/office/drawing/2014/main" id="{CAAF5EAB-0D0B-CCB5-1870-19A5929630FE}"/>
                </a:ext>
              </a:extLst>
            </p:cNvPr>
            <p:cNvSpPr/>
            <p:nvPr/>
          </p:nvSpPr>
          <p:spPr>
            <a:xfrm>
              <a:off x="6852641" y="4779766"/>
              <a:ext cx="2167127" cy="660081"/>
            </a:xfrm>
            <a:prstGeom prst="rect">
              <a:avLst/>
            </a:prstGeom>
            <a:solidFill>
              <a:srgbClr val="57C2D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#nev</a:t>
              </a:r>
            </a:p>
            <a:p>
              <a:pPr algn="ctr"/>
              <a:r>
                <a:rPr lang="hu-HU" dirty="0">
                  <a:latin typeface="Segoe UI" panose="020B0502040204020203" pitchFamily="34" charset="0"/>
                  <a:cs typeface="Segoe UI" panose="020B0502040204020203" pitchFamily="34" charset="0"/>
                </a:rPr>
                <a:t>#kerdesAdatok</a:t>
              </a:r>
            </a:p>
          </p:txBody>
        </p:sp>
        <p:grpSp>
          <p:nvGrpSpPr>
            <p:cNvPr id="24" name="Csoportba foglalás 23">
              <a:extLst>
                <a:ext uri="{FF2B5EF4-FFF2-40B4-BE49-F238E27FC236}">
                  <a16:creationId xmlns:a16="http://schemas.microsoft.com/office/drawing/2014/main" id="{89112386-6750-ABB0-13AD-9924E2B5B202}"/>
                </a:ext>
              </a:extLst>
            </p:cNvPr>
            <p:cNvGrpSpPr/>
            <p:nvPr/>
          </p:nvGrpSpPr>
          <p:grpSpPr>
            <a:xfrm>
              <a:off x="6852641" y="4267255"/>
              <a:ext cx="2167131" cy="1832673"/>
              <a:chOff x="6852639" y="4267255"/>
              <a:chExt cx="2167131" cy="1832673"/>
            </a:xfrm>
          </p:grpSpPr>
          <p:sp>
            <p:nvSpPr>
              <p:cNvPr id="14" name="Téglalap 13">
                <a:extLst>
                  <a:ext uri="{FF2B5EF4-FFF2-40B4-BE49-F238E27FC236}">
                    <a16:creationId xmlns:a16="http://schemas.microsoft.com/office/drawing/2014/main" id="{1B10E38B-1A07-2752-2E64-DF8FE9DA0A63}"/>
                  </a:ext>
                </a:extLst>
              </p:cNvPr>
              <p:cNvSpPr/>
              <p:nvPr/>
            </p:nvSpPr>
            <p:spPr>
              <a:xfrm>
                <a:off x="6852643" y="4267255"/>
                <a:ext cx="2167127" cy="531626"/>
              </a:xfrm>
              <a:prstGeom prst="rect">
                <a:avLst/>
              </a:prstGeom>
              <a:solidFill>
                <a:srgbClr val="57C2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Tema</a:t>
                </a:r>
              </a:p>
            </p:txBody>
          </p:sp>
          <p:sp>
            <p:nvSpPr>
              <p:cNvPr id="23" name="Téglalap 22">
                <a:extLst>
                  <a:ext uri="{FF2B5EF4-FFF2-40B4-BE49-F238E27FC236}">
                    <a16:creationId xmlns:a16="http://schemas.microsoft.com/office/drawing/2014/main" id="{35F1DA7F-5331-7DB1-F2BC-352A25D5A380}"/>
                  </a:ext>
                </a:extLst>
              </p:cNvPr>
              <p:cNvSpPr/>
              <p:nvPr/>
            </p:nvSpPr>
            <p:spPr>
              <a:xfrm>
                <a:off x="6852639" y="5439847"/>
                <a:ext cx="2167127" cy="660081"/>
              </a:xfrm>
              <a:prstGeom prst="rect">
                <a:avLst/>
              </a:prstGeom>
              <a:solidFill>
                <a:srgbClr val="57C2D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u-HU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kvizLetrehozasa( )</a:t>
                </a:r>
              </a:p>
              <a:p>
                <a:pPr algn="ctr"/>
                <a:r>
                  <a:rPr lang="hu-HU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Megjelenit( )</a:t>
                </a:r>
              </a:p>
            </p:txBody>
          </p:sp>
        </p:grpSp>
      </p:grpSp>
      <p:cxnSp>
        <p:nvCxnSpPr>
          <p:cNvPr id="32" name="Összekötő: szögletes 31">
            <a:extLst>
              <a:ext uri="{FF2B5EF4-FFF2-40B4-BE49-F238E27FC236}">
                <a16:creationId xmlns:a16="http://schemas.microsoft.com/office/drawing/2014/main" id="{6EFE8952-7F7E-F07E-3C83-BEEC83EDED18}"/>
              </a:ext>
            </a:extLst>
          </p:cNvPr>
          <p:cNvCxnSpPr>
            <a:cxnSpLocks/>
            <a:stCxn id="22" idx="1"/>
            <a:endCxn id="10" idx="2"/>
          </p:cNvCxnSpPr>
          <p:nvPr/>
        </p:nvCxnSpPr>
        <p:spPr>
          <a:xfrm rot="10800000">
            <a:off x="2164270" y="4541901"/>
            <a:ext cx="2848166" cy="1207986"/>
          </a:xfrm>
          <a:prstGeom prst="bentConnector2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B41AE065-3339-F4A1-5534-0D56C68F5BD4}"/>
              </a:ext>
            </a:extLst>
          </p:cNvPr>
          <p:cNvCxnSpPr>
            <a:stCxn id="9" idx="3"/>
            <a:endCxn id="15" idx="1"/>
          </p:cNvCxnSpPr>
          <p:nvPr/>
        </p:nvCxnSpPr>
        <p:spPr>
          <a:xfrm flipV="1">
            <a:off x="3247834" y="2774309"/>
            <a:ext cx="1764601" cy="914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46C65815-21C3-00F4-6051-FFFB96A4A2E0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7179563" y="2774309"/>
            <a:ext cx="1893143" cy="914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63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1284-27C4-7136-0D14-90086D3E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46FA5B-6F29-4199-0249-D5417E431A4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A működés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F3C395-16A8-5280-5358-0AC1CBC31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1825625"/>
            <a:ext cx="11134344" cy="503237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3200" b="1" dirty="0"/>
              <a:t>Működés lépései</a:t>
            </a:r>
          </a:p>
          <a:p>
            <a:pPr marL="0" indent="0">
              <a:lnSpc>
                <a:spcPct val="100000"/>
              </a:lnSpc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Téma kiválasztása</a:t>
            </a:r>
          </a:p>
          <a:p>
            <a:pPr>
              <a:lnSpc>
                <a:spcPct val="100000"/>
              </a:lnSpc>
            </a:pPr>
            <a:r>
              <a:rPr lang="hu-HU" dirty="0"/>
              <a:t>Kvíz létrehozása</a:t>
            </a:r>
          </a:p>
          <a:p>
            <a:pPr>
              <a:lnSpc>
                <a:spcPct val="100000"/>
              </a:lnSpc>
            </a:pPr>
            <a:r>
              <a:rPr lang="hu-HU" dirty="0"/>
              <a:t>Kérdés megjelenítése</a:t>
            </a:r>
          </a:p>
          <a:p>
            <a:pPr>
              <a:lnSpc>
                <a:spcPct val="100000"/>
              </a:lnSpc>
            </a:pPr>
            <a:r>
              <a:rPr lang="hu-HU" dirty="0"/>
              <a:t>Válasz kiválasztása</a:t>
            </a:r>
          </a:p>
          <a:p>
            <a:pPr>
              <a:lnSpc>
                <a:spcPct val="100000"/>
              </a:lnSpc>
            </a:pPr>
            <a:r>
              <a:rPr lang="hu-HU" dirty="0"/>
              <a:t>Válasz ellenőrzése</a:t>
            </a:r>
          </a:p>
          <a:p>
            <a:pPr>
              <a:lnSpc>
                <a:spcPct val="100000"/>
              </a:lnSpc>
            </a:pPr>
            <a:r>
              <a:rPr lang="hu-HU" dirty="0"/>
              <a:t>Pontszám frissítése</a:t>
            </a:r>
          </a:p>
          <a:p>
            <a:pPr>
              <a:lnSpc>
                <a:spcPct val="100000"/>
              </a:lnSpc>
            </a:pPr>
            <a:r>
              <a:rPr lang="hu-HU" dirty="0"/>
              <a:t>Eredmény megjelenítése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8E14280E-0B54-33DD-69C1-3284BB9D9992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0830913-E245-4F4E-3E51-DCC694155D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6426151"/>
              </p:ext>
            </p:extLst>
          </p:nvPr>
        </p:nvGraphicFramePr>
        <p:xfrm>
          <a:off x="3844544" y="115887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3" name="Nyíl: szalag, lefelé mutató 52">
            <a:extLst>
              <a:ext uri="{FF2B5EF4-FFF2-40B4-BE49-F238E27FC236}">
                <a16:creationId xmlns:a16="http://schemas.microsoft.com/office/drawing/2014/main" id="{1921DDA7-A03B-3DF8-CE48-74501599AA55}"/>
              </a:ext>
            </a:extLst>
          </p:cNvPr>
          <p:cNvSpPr/>
          <p:nvPr/>
        </p:nvSpPr>
        <p:spPr>
          <a:xfrm rot="21123152" flipH="1">
            <a:off x="5557260" y="2605503"/>
            <a:ext cx="4458454" cy="835482"/>
          </a:xfrm>
          <a:prstGeom prst="curvedDownArrow">
            <a:avLst>
              <a:gd name="adj1" fmla="val 16408"/>
              <a:gd name="adj2" fmla="val 36506"/>
              <a:gd name="adj3" fmla="val 25000"/>
            </a:avLst>
          </a:prstGeom>
          <a:solidFill>
            <a:srgbClr val="6FAFCC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69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BA67-1C86-7D08-3F43-8B276D5E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F276E3-F232-9DCB-99A0-BF7BB98D951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Tesztelés bemutatása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F81A7C-4AD6-9C27-A028-1BD9194A9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6" y="2514599"/>
            <a:ext cx="5305424" cy="43433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3200" b="1" dirty="0"/>
              <a:t>Tesztesetek csoportosítása</a:t>
            </a:r>
          </a:p>
          <a:p>
            <a:pPr marL="0" indent="0">
              <a:lnSpc>
                <a:spcPct val="100000"/>
              </a:lnSpc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Oldal elérhetőség</a:t>
            </a:r>
          </a:p>
          <a:p>
            <a:pPr>
              <a:lnSpc>
                <a:spcPct val="100000"/>
              </a:lnSpc>
            </a:pPr>
            <a:r>
              <a:rPr lang="hu-HU" dirty="0"/>
              <a:t>Témaválasztó</a:t>
            </a:r>
          </a:p>
          <a:p>
            <a:pPr>
              <a:lnSpc>
                <a:spcPct val="100000"/>
              </a:lnSpc>
            </a:pPr>
            <a:r>
              <a:rPr lang="hu-HU" dirty="0"/>
              <a:t>Kvíz működés</a:t>
            </a:r>
          </a:p>
          <a:p>
            <a:pPr>
              <a:lnSpc>
                <a:spcPct val="100000"/>
              </a:lnSpc>
            </a:pPr>
            <a:r>
              <a:rPr lang="hu-HU" dirty="0"/>
              <a:t>Válaszadási mechanizmus</a:t>
            </a:r>
          </a:p>
          <a:p>
            <a:pPr>
              <a:lnSpc>
                <a:spcPct val="100000"/>
              </a:lnSpc>
            </a:pPr>
            <a:r>
              <a:rPr lang="hu-HU" dirty="0"/>
              <a:t>Vizuális elemek</a:t>
            </a:r>
          </a:p>
        </p:txBody>
      </p:sp>
      <p:sp>
        <p:nvSpPr>
          <p:cNvPr id="9" name="Tartalom helye 8">
            <a:extLst>
              <a:ext uri="{FF2B5EF4-FFF2-40B4-BE49-F238E27FC236}">
                <a16:creationId xmlns:a16="http://schemas.microsoft.com/office/drawing/2014/main" id="{FABABCE8-134D-A8BA-72DC-24C434C13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0350" y="2514599"/>
            <a:ext cx="5210174" cy="4343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3200" b="1" dirty="0"/>
              <a:t>Példa tesztek</a:t>
            </a:r>
          </a:p>
          <a:p>
            <a:pPr marL="0" indent="0">
              <a:buNone/>
            </a:pPr>
            <a:endParaRPr lang="hu-HU" sz="3200" b="1" dirty="0"/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✅ Oldal betöltődik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✅ Navigáció működik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✅ Kérdések megjelennek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✅ Válasz kiválasztható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hu-HU" dirty="0"/>
              <a:t>✅ Képek betöltődnek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8CEBCF5C-8B9B-473D-BC67-52816FA3E754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CE89490A-8C7B-2EFA-D67E-B892145ED116}"/>
              </a:ext>
            </a:extLst>
          </p:cNvPr>
          <p:cNvSpPr txBox="1"/>
          <p:nvPr/>
        </p:nvSpPr>
        <p:spPr>
          <a:xfrm>
            <a:off x="5070872" y="1587613"/>
            <a:ext cx="2050256" cy="584775"/>
          </a:xfrm>
          <a:prstGeom prst="rect">
            <a:avLst/>
          </a:prstGeom>
          <a:solidFill>
            <a:srgbClr val="1E3A5F"/>
          </a:solidFill>
          <a:ln>
            <a:solidFill>
              <a:srgbClr val="3DA5D9"/>
            </a:solidFill>
          </a:ln>
          <a:effectLst>
            <a:outerShdw blurRad="50800" dist="38100" dir="2700000" algn="tl" rotWithShape="0">
              <a:schemeClr val="bg1">
                <a:alpha val="30000"/>
              </a:scheme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CYPRESS</a:t>
            </a:r>
          </a:p>
        </p:txBody>
      </p:sp>
    </p:spTree>
    <p:extLst>
      <p:ext uri="{BB962C8B-B14F-4D97-AF65-F5344CB8AC3E}">
        <p14:creationId xmlns:p14="http://schemas.microsoft.com/office/powerpoint/2010/main" val="2596772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4A6E-4DEB-9878-F039-2F19E323F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72F41F-5549-F2E1-CE49-40640ED6114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Projektmanagement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89E93346-A6C3-68AC-5F96-5DEEEFC5B13F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Kép 10">
            <a:extLst>
              <a:ext uri="{FF2B5EF4-FFF2-40B4-BE49-F238E27FC236}">
                <a16:creationId xmlns:a16="http://schemas.microsoft.com/office/drawing/2014/main" id="{DB694723-AB14-F17B-7638-E97A8F73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97" y="2825550"/>
            <a:ext cx="4817687" cy="2717999"/>
          </a:xfrm>
          <a:prstGeom prst="rect">
            <a:avLst/>
          </a:prstGeom>
          <a:ln w="25400">
            <a:solidFill>
              <a:srgbClr val="3DA5D9">
                <a:alpha val="30000"/>
              </a:srgbClr>
            </a:solidFill>
          </a:ln>
          <a:effectLst>
            <a:outerShdw blurRad="50800" dist="38100" dir="2700000" algn="tl" rotWithShape="0">
              <a:schemeClr val="bg1">
                <a:alpha val="20000"/>
              </a:schemeClr>
            </a:outerShdw>
          </a:effectLst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E01BF8C5-D9B5-E68D-B15A-442401984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5"/>
          <a:stretch>
            <a:fillRect/>
          </a:stretch>
        </p:blipFill>
        <p:spPr>
          <a:xfrm>
            <a:off x="6076728" y="2825551"/>
            <a:ext cx="2380853" cy="3794925"/>
          </a:xfrm>
          <a:prstGeom prst="rect">
            <a:avLst/>
          </a:prstGeom>
          <a:ln w="25400">
            <a:solidFill>
              <a:srgbClr val="3DA5D9">
                <a:alpha val="30000"/>
              </a:srgbClr>
            </a:solidFill>
          </a:ln>
          <a:effectLst>
            <a:outerShdw blurRad="50800" dist="38100" dir="2700000" algn="tl" rotWithShape="0">
              <a:schemeClr val="bg1">
                <a:alpha val="20000"/>
              </a:schemeClr>
            </a:outerShdw>
          </a:effectLst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FB2A2CA4-4671-1C25-3494-427DFEEBBB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51" y="2825550"/>
            <a:ext cx="2380852" cy="3817233"/>
          </a:xfrm>
          <a:prstGeom prst="rect">
            <a:avLst/>
          </a:prstGeom>
          <a:ln w="25400">
            <a:solidFill>
              <a:srgbClr val="3DA5D9">
                <a:alpha val="30000"/>
              </a:srgbClr>
            </a:solidFill>
          </a:ln>
          <a:effectLst>
            <a:outerShdw blurRad="50800" dist="38100" dir="2700000" algn="tl" rotWithShape="0">
              <a:schemeClr val="bg1">
                <a:alpha val="20000"/>
              </a:schemeClr>
            </a:outerShdw>
          </a:effectLst>
        </p:spPr>
      </p:pic>
      <p:sp>
        <p:nvSpPr>
          <p:cNvPr id="16" name="Szövegdoboz 15">
            <a:extLst>
              <a:ext uri="{FF2B5EF4-FFF2-40B4-BE49-F238E27FC236}">
                <a16:creationId xmlns:a16="http://schemas.microsoft.com/office/drawing/2014/main" id="{FB024AA5-511D-C77B-FDFE-3F030A24FD2C}"/>
              </a:ext>
            </a:extLst>
          </p:cNvPr>
          <p:cNvSpPr txBox="1"/>
          <p:nvPr/>
        </p:nvSpPr>
        <p:spPr>
          <a:xfrm>
            <a:off x="1205291" y="1912639"/>
            <a:ext cx="3528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Tovább fejlesztés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C6264E5E-B0A6-DA9E-641D-BDBA457E2E91}"/>
              </a:ext>
            </a:extLst>
          </p:cNvPr>
          <p:cNvSpPr txBox="1"/>
          <p:nvPr/>
        </p:nvSpPr>
        <p:spPr>
          <a:xfrm>
            <a:off x="7458317" y="1912639"/>
            <a:ext cx="3105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Kész feladatok</a:t>
            </a:r>
          </a:p>
        </p:txBody>
      </p: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FC8D786D-247A-794A-8B18-6B5540179515}"/>
              </a:ext>
            </a:extLst>
          </p:cNvPr>
          <p:cNvCxnSpPr/>
          <p:nvPr/>
        </p:nvCxnSpPr>
        <p:spPr>
          <a:xfrm>
            <a:off x="558297" y="2565953"/>
            <a:ext cx="4816800" cy="0"/>
          </a:xfrm>
          <a:prstGeom prst="line">
            <a:avLst/>
          </a:prstGeom>
          <a:ln w="12700">
            <a:solidFill>
              <a:srgbClr val="3DA5D9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B20029EF-F10D-F3D2-7057-486AA29257F6}"/>
              </a:ext>
            </a:extLst>
          </p:cNvPr>
          <p:cNvCxnSpPr>
            <a:cxnSpLocks/>
          </p:cNvCxnSpPr>
          <p:nvPr/>
        </p:nvCxnSpPr>
        <p:spPr>
          <a:xfrm>
            <a:off x="6049181" y="2565953"/>
            <a:ext cx="5584522" cy="0"/>
          </a:xfrm>
          <a:prstGeom prst="line">
            <a:avLst/>
          </a:prstGeom>
          <a:ln w="12700">
            <a:solidFill>
              <a:srgbClr val="3DA5D9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34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0987-F64F-50B6-493B-BA31FD06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B67CE4-B24B-652B-DC72-A1123970E7F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hu-HU" dirty="0">
                <a:solidFill>
                  <a:srgbClr val="2EA3CE"/>
                </a:solidFill>
                <a:effectLst/>
              </a:rPr>
              <a:t>AI használat tapasztalatai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64B9CC-83F6-0692-8FB3-D4EF19394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801" y="2130424"/>
            <a:ext cx="40644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hu-HU" sz="3200" b="1" dirty="0"/>
              <a:t>Előnyök</a:t>
            </a:r>
          </a:p>
          <a:p>
            <a:pPr marL="0" indent="0">
              <a:lnSpc>
                <a:spcPct val="100000"/>
              </a:lnSpc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Gyors segítség</a:t>
            </a:r>
          </a:p>
          <a:p>
            <a:pPr>
              <a:lnSpc>
                <a:spcPct val="100000"/>
              </a:lnSpc>
            </a:pPr>
            <a:r>
              <a:rPr lang="hu-HU" dirty="0"/>
              <a:t>Több megoldási lehetőség</a:t>
            </a:r>
          </a:p>
          <a:p>
            <a:pPr>
              <a:lnSpc>
                <a:spcPct val="100000"/>
              </a:lnSpc>
            </a:pPr>
            <a:r>
              <a:rPr lang="hu-HU" dirty="0"/>
              <a:t>Kódok és fogalmak magyarázata 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64E88E60-24B1-6CD5-FB55-7F079D19C73C}"/>
              </a:ext>
            </a:extLst>
          </p:cNvPr>
          <p:cNvCxnSpPr>
            <a:cxnSpLocks/>
          </p:cNvCxnSpPr>
          <p:nvPr/>
        </p:nvCxnSpPr>
        <p:spPr>
          <a:xfrm>
            <a:off x="2164270" y="1504507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artalom helye 2">
            <a:extLst>
              <a:ext uri="{FF2B5EF4-FFF2-40B4-BE49-F238E27FC236}">
                <a16:creationId xmlns:a16="http://schemas.microsoft.com/office/drawing/2014/main" id="{7A20F9EA-0798-5EE7-31B2-36395DC640C9}"/>
              </a:ext>
            </a:extLst>
          </p:cNvPr>
          <p:cNvSpPr txBox="1">
            <a:spLocks/>
          </p:cNvSpPr>
          <p:nvPr/>
        </p:nvSpPr>
        <p:spPr>
          <a:xfrm>
            <a:off x="0" y="2132012"/>
            <a:ext cx="406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hu-HU" sz="3200" b="1" dirty="0"/>
              <a:t>Mire használtuk?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Hibakeresés</a:t>
            </a:r>
          </a:p>
          <a:p>
            <a:pPr>
              <a:lnSpc>
                <a:spcPct val="100000"/>
              </a:lnSpc>
            </a:pPr>
            <a:r>
              <a:rPr lang="hu-HU" dirty="0"/>
              <a:t>Kódmagyarázat</a:t>
            </a:r>
          </a:p>
          <a:p>
            <a:pPr>
              <a:lnSpc>
                <a:spcPct val="100000"/>
              </a:lnSpc>
            </a:pPr>
            <a:r>
              <a:rPr lang="hu-HU" dirty="0"/>
              <a:t>Kódjavítás</a:t>
            </a:r>
          </a:p>
          <a:p>
            <a:pPr>
              <a:lnSpc>
                <a:spcPct val="100000"/>
              </a:lnSpc>
            </a:pPr>
            <a:r>
              <a:rPr lang="hu-HU" dirty="0"/>
              <a:t>Megoldási ötletek</a:t>
            </a:r>
          </a:p>
          <a:p>
            <a:pPr>
              <a:lnSpc>
                <a:spcPct val="100000"/>
              </a:lnSpc>
            </a:pPr>
            <a:r>
              <a:rPr lang="hu-HU" dirty="0"/>
              <a:t>Design készítés</a:t>
            </a:r>
          </a:p>
        </p:txBody>
      </p:sp>
      <p:sp>
        <p:nvSpPr>
          <p:cNvPr id="14" name="Tartalom helye 2">
            <a:extLst>
              <a:ext uri="{FF2B5EF4-FFF2-40B4-BE49-F238E27FC236}">
                <a16:creationId xmlns:a16="http://schemas.microsoft.com/office/drawing/2014/main" id="{F7C827E2-D155-67F7-7402-7D363B873FC2}"/>
              </a:ext>
            </a:extLst>
          </p:cNvPr>
          <p:cNvSpPr txBox="1">
            <a:spLocks/>
          </p:cNvSpPr>
          <p:nvPr/>
        </p:nvSpPr>
        <p:spPr>
          <a:xfrm>
            <a:off x="8281201" y="2130424"/>
            <a:ext cx="406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hu-HU" sz="3200" b="1" dirty="0"/>
              <a:t>Hátrányok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hu-HU" sz="3200" b="1" dirty="0"/>
          </a:p>
          <a:p>
            <a:pPr>
              <a:lnSpc>
                <a:spcPct val="100000"/>
              </a:lnSpc>
            </a:pPr>
            <a:r>
              <a:rPr lang="hu-HU" dirty="0"/>
              <a:t>Nem mindig pontos</a:t>
            </a:r>
          </a:p>
          <a:p>
            <a:pPr>
              <a:lnSpc>
                <a:spcPct val="100000"/>
              </a:lnSpc>
            </a:pPr>
            <a:r>
              <a:rPr lang="hu-HU" dirty="0"/>
              <a:t>Ellenőrzés szükséges</a:t>
            </a:r>
          </a:p>
          <a:p>
            <a:pPr>
              <a:lnSpc>
                <a:spcPct val="100000"/>
              </a:lnSpc>
            </a:pPr>
            <a:r>
              <a:rPr lang="hu-HU" dirty="0"/>
              <a:t>Félreértések</a:t>
            </a:r>
          </a:p>
          <a:p>
            <a:pPr>
              <a:lnSpc>
                <a:spcPct val="100000"/>
              </a:lnSpc>
            </a:pPr>
            <a:r>
              <a:rPr lang="hu-HU" dirty="0"/>
              <a:t>Nem helyettesíti a megértést</a:t>
            </a:r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0924DA76-C702-4958-10CC-888BD2C2207A}"/>
              </a:ext>
            </a:extLst>
          </p:cNvPr>
          <p:cNvCxnSpPr>
            <a:cxnSpLocks/>
          </p:cNvCxnSpPr>
          <p:nvPr/>
        </p:nvCxnSpPr>
        <p:spPr>
          <a:xfrm>
            <a:off x="3765750" y="2130424"/>
            <a:ext cx="0" cy="4351338"/>
          </a:xfrm>
          <a:prstGeom prst="line">
            <a:avLst/>
          </a:prstGeom>
          <a:ln w="12700">
            <a:solidFill>
              <a:srgbClr val="3DA5D9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B6CB9B76-29BF-D36C-A74A-217F4882DADF}"/>
              </a:ext>
            </a:extLst>
          </p:cNvPr>
          <p:cNvCxnSpPr>
            <a:cxnSpLocks/>
          </p:cNvCxnSpPr>
          <p:nvPr/>
        </p:nvCxnSpPr>
        <p:spPr>
          <a:xfrm>
            <a:off x="7785300" y="2130424"/>
            <a:ext cx="0" cy="4351338"/>
          </a:xfrm>
          <a:prstGeom prst="line">
            <a:avLst/>
          </a:prstGeom>
          <a:ln w="12700">
            <a:solidFill>
              <a:srgbClr val="3DA5D9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725B8081-C5A3-7E52-D50A-472E7DB90F46}"/>
              </a:ext>
            </a:extLst>
          </p:cNvPr>
          <p:cNvCxnSpPr>
            <a:cxnSpLocks/>
          </p:cNvCxnSpPr>
          <p:nvPr/>
        </p:nvCxnSpPr>
        <p:spPr>
          <a:xfrm>
            <a:off x="0" y="2794553"/>
            <a:ext cx="12192000" cy="0"/>
          </a:xfrm>
          <a:prstGeom prst="line">
            <a:avLst/>
          </a:prstGeom>
          <a:ln w="12700">
            <a:solidFill>
              <a:srgbClr val="3DA5D9">
                <a:alpha val="4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09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9894089-D2E2-D861-871F-8F0832308F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9" name="Alcím 2">
            <a:extLst>
              <a:ext uri="{FF2B5EF4-FFF2-40B4-BE49-F238E27FC236}">
                <a16:creationId xmlns:a16="http://schemas.microsoft.com/office/drawing/2014/main" id="{46EA51E5-5941-24E6-DB11-FF64CADCC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84448"/>
            <a:ext cx="12192000" cy="3273552"/>
          </a:xfrm>
        </p:spPr>
        <p:txBody>
          <a:bodyPr anchor="ctr">
            <a:normAutofit/>
          </a:bodyPr>
          <a:lstStyle/>
          <a:p>
            <a:pPr>
              <a:lnSpc>
                <a:spcPct val="300000"/>
              </a:lnSpc>
            </a:pPr>
            <a:r>
              <a:rPr lang="hu-HU" b="1" spc="3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Év végi zárófeladat 2026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Készítette: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Molnár Beatrix</a:t>
            </a:r>
          </a:p>
          <a:p>
            <a:r>
              <a:rPr lang="hu-HU" sz="2000" spc="300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Mágori Ferenc</a:t>
            </a:r>
          </a:p>
        </p:txBody>
      </p: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5D6F663F-FC51-5B65-53D5-A40BA8FCE8E0}"/>
              </a:ext>
            </a:extLst>
          </p:cNvPr>
          <p:cNvCxnSpPr>
            <a:cxnSpLocks/>
          </p:cNvCxnSpPr>
          <p:nvPr/>
        </p:nvCxnSpPr>
        <p:spPr>
          <a:xfrm>
            <a:off x="2100262" y="4403155"/>
            <a:ext cx="79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48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209</Words>
  <Application>Microsoft Office PowerPoint</Application>
  <PresentationFormat>Szélesvásznú</PresentationFormat>
  <Paragraphs>117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Office-téma</vt:lpstr>
      <vt:lpstr>PowerPoint-bemutató</vt:lpstr>
      <vt:lpstr>Program működése</vt:lpstr>
      <vt:lpstr>Felhasznált technológiák</vt:lpstr>
      <vt:lpstr>Osztálydiagram</vt:lpstr>
      <vt:lpstr>A működés folyamata</vt:lpstr>
      <vt:lpstr>Tesztelés bemutatása</vt:lpstr>
      <vt:lpstr>Projektmanagement</vt:lpstr>
      <vt:lpstr>AI használat tapasztalatai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Bea Molnár</dc:creator>
  <cp:lastModifiedBy>Molnár Beatrix Katalin (SZF_N_2025_2027)</cp:lastModifiedBy>
  <cp:revision>2</cp:revision>
  <dcterms:created xsi:type="dcterms:W3CDTF">2026-06-01T17:42:27Z</dcterms:created>
  <dcterms:modified xsi:type="dcterms:W3CDTF">2026-06-02T07:25:45Z</dcterms:modified>
</cp:coreProperties>
</file>